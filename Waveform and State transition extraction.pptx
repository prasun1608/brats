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147482462" r:id="rId5"/>
    <p:sldId id="2147482463" r:id="rId6"/>
    <p:sldId id="2147482464" r:id="rId7"/>
    <p:sldId id="2147482473" r:id="rId8"/>
    <p:sldId id="2147482465" r:id="rId9"/>
    <p:sldId id="2147482466" r:id="rId10"/>
    <p:sldId id="2147482467" r:id="rId11"/>
    <p:sldId id="2147482472" r:id="rId12"/>
    <p:sldId id="2147482458" r:id="rId13"/>
    <p:sldId id="508" r:id="rId14"/>
    <p:sldId id="527" r:id="rId15"/>
    <p:sldId id="2147482459" r:id="rId16"/>
    <p:sldId id="2147482460" r:id="rId17"/>
    <p:sldId id="2147482461" r:id="rId18"/>
    <p:sldId id="2147482450" r:id="rId19"/>
    <p:sldId id="2147482457" r:id="rId20"/>
    <p:sldId id="2147482452" r:id="rId21"/>
    <p:sldId id="2147482454" r:id="rId22"/>
    <p:sldId id="2147482455" r:id="rId23"/>
    <p:sldId id="214748245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ag Final Slides" id="{C0A9C06D-B722-4E59-BBD8-276593B618E9}">
          <p14:sldIdLst>
            <p14:sldId id="2147482462"/>
            <p14:sldId id="2147482463"/>
            <p14:sldId id="2147482464"/>
            <p14:sldId id="2147482473"/>
            <p14:sldId id="2147482465"/>
            <p14:sldId id="2147482466"/>
            <p14:sldId id="2147482467"/>
            <p14:sldId id="2147482472"/>
          </p14:sldIdLst>
        </p14:section>
        <p14:section name="Backup Slides" id="{1F7AD919-A4C7-4B48-9939-CD2A99A99F65}">
          <p14:sldIdLst>
            <p14:sldId id="2147482458"/>
            <p14:sldId id="508"/>
            <p14:sldId id="527"/>
            <p14:sldId id="2147482459"/>
            <p14:sldId id="2147482460"/>
            <p14:sldId id="2147482461"/>
            <p14:sldId id="2147482450"/>
            <p14:sldId id="2147482457"/>
            <p14:sldId id="2147482452"/>
            <p14:sldId id="2147482454"/>
            <p14:sldId id="2147482455"/>
            <p14:sldId id="214748245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E8E9AF-DBFD-46E6-B882-CB765F2A7E78}" v="3" dt="2025-06-03T06:56:26.815"/>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718" autoAdjust="0"/>
  </p:normalViewPr>
  <p:slideViewPr>
    <p:cSldViewPr snapToGrid="0" showGuides="1">
      <p:cViewPr>
        <p:scale>
          <a:sx n="58" d="100"/>
          <a:sy n="58" d="100"/>
        </p:scale>
        <p:origin x="988" y="6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un Agarwal" userId="7f9a8c68-4597-4779-a106-838a11e31d88" providerId="ADAL" clId="{B5E8E9AF-DBFD-46E6-B882-CB765F2A7E78}"/>
    <pc:docChg chg="addSld delSld modSld">
      <pc:chgData name="Prasun Agarwal" userId="7f9a8c68-4597-4779-a106-838a11e31d88" providerId="ADAL" clId="{B5E8E9AF-DBFD-46E6-B882-CB765F2A7E78}" dt="2025-06-03T06:56:29.229" v="3" actId="47"/>
      <pc:docMkLst>
        <pc:docMk/>
      </pc:docMkLst>
      <pc:sldChg chg="del">
        <pc:chgData name="Prasun Agarwal" userId="7f9a8c68-4597-4779-a106-838a11e31d88" providerId="ADAL" clId="{B5E8E9AF-DBFD-46E6-B882-CB765F2A7E78}" dt="2025-06-03T06:56:29.229" v="3" actId="47"/>
        <pc:sldMkLst>
          <pc:docMk/>
          <pc:sldMk cId="1473765130" sldId="2147482451"/>
        </pc:sldMkLst>
      </pc:sldChg>
      <pc:sldChg chg="add">
        <pc:chgData name="Prasun Agarwal" userId="7f9a8c68-4597-4779-a106-838a11e31d88" providerId="ADAL" clId="{B5E8E9AF-DBFD-46E6-B882-CB765F2A7E78}" dt="2025-06-03T06:42:06.016" v="0"/>
        <pc:sldMkLst>
          <pc:docMk/>
          <pc:sldMk cId="3499003442" sldId="2147482455"/>
        </pc:sldMkLst>
      </pc:sldChg>
      <pc:sldChg chg="add">
        <pc:chgData name="Prasun Agarwal" userId="7f9a8c68-4597-4779-a106-838a11e31d88" providerId="ADAL" clId="{B5E8E9AF-DBFD-46E6-B882-CB765F2A7E78}" dt="2025-06-03T06:44:59.490" v="1"/>
        <pc:sldMkLst>
          <pc:docMk/>
          <pc:sldMk cId="3038883790" sldId="2147482456"/>
        </pc:sldMkLst>
      </pc:sldChg>
      <pc:sldChg chg="add">
        <pc:chgData name="Prasun Agarwal" userId="7f9a8c68-4597-4779-a106-838a11e31d88" providerId="ADAL" clId="{B5E8E9AF-DBFD-46E6-B882-CB765F2A7E78}" dt="2025-06-03T06:56:26.811" v="2"/>
        <pc:sldMkLst>
          <pc:docMk/>
          <pc:sldMk cId="1263032980" sldId="214748245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7140EF-51A8-4E62-807B-9CD611ED9BFA}" type="doc">
      <dgm:prSet loTypeId="urn:microsoft.com/office/officeart/2005/8/layout/bProcess4" loCatId="process" qsTypeId="urn:microsoft.com/office/officeart/2005/8/quickstyle/simple5" qsCatId="simple" csTypeId="urn:microsoft.com/office/officeart/2005/8/colors/accent0_3" csCatId="mainScheme" phldr="1"/>
      <dgm:spPr/>
      <dgm:t>
        <a:bodyPr/>
        <a:lstStyle/>
        <a:p>
          <a:endParaRPr lang="en-US"/>
        </a:p>
      </dgm:t>
    </dgm:pt>
    <dgm:pt modelId="{1927FC23-6F1D-4F8F-8AFC-5EE553F5C60E}">
      <dgm:prSet phldrT="[Text]" custT="1"/>
      <dgm:spPr/>
      <dgm:t>
        <a:bodyPr/>
        <a:lstStyle/>
        <a:p>
          <a:r>
            <a:rPr lang="en-US" sz="1600" dirty="0"/>
            <a:t>Detect Nodes and Text within them</a:t>
          </a:r>
        </a:p>
      </dgm:t>
    </dgm:pt>
    <dgm:pt modelId="{5EA3F6BE-BC00-471A-A903-75E968D30AC8}" type="parTrans" cxnId="{F9F86A62-D716-4D8A-9FC2-A78513E50C74}">
      <dgm:prSet/>
      <dgm:spPr/>
      <dgm:t>
        <a:bodyPr/>
        <a:lstStyle/>
        <a:p>
          <a:endParaRPr lang="en-US"/>
        </a:p>
      </dgm:t>
    </dgm:pt>
    <dgm:pt modelId="{E0BD43A7-AE2D-4ACB-9B9C-30E4FBC10915}" type="sibTrans" cxnId="{F9F86A62-D716-4D8A-9FC2-A78513E50C74}">
      <dgm:prSet/>
      <dgm:spPr/>
      <dgm:t>
        <a:bodyPr/>
        <a:lstStyle/>
        <a:p>
          <a:endParaRPr lang="en-US"/>
        </a:p>
      </dgm:t>
    </dgm:pt>
    <dgm:pt modelId="{79F1D80E-BC92-496D-B4C0-30987F336C3A}">
      <dgm:prSet phldrT="[Text]" custT="1"/>
      <dgm:spPr/>
      <dgm:t>
        <a:bodyPr/>
        <a:lstStyle/>
        <a:p>
          <a:r>
            <a:rPr lang="en-US" sz="1600" dirty="0"/>
            <a:t>Extract bounding boxes corresponding to texts outside circle</a:t>
          </a:r>
        </a:p>
      </dgm:t>
    </dgm:pt>
    <dgm:pt modelId="{38B33DD1-3A41-46F0-BB6B-C5E6B190DEA4}" type="parTrans" cxnId="{3AFECC2B-45F0-4161-9741-C29B9B59D21C}">
      <dgm:prSet/>
      <dgm:spPr/>
      <dgm:t>
        <a:bodyPr/>
        <a:lstStyle/>
        <a:p>
          <a:endParaRPr lang="en-US"/>
        </a:p>
      </dgm:t>
    </dgm:pt>
    <dgm:pt modelId="{59CE875D-9FFD-4438-886A-60ED87E9D41D}" type="sibTrans" cxnId="{3AFECC2B-45F0-4161-9741-C29B9B59D21C}">
      <dgm:prSet/>
      <dgm:spPr/>
      <dgm:t>
        <a:bodyPr/>
        <a:lstStyle/>
        <a:p>
          <a:endParaRPr lang="en-US"/>
        </a:p>
      </dgm:t>
    </dgm:pt>
    <dgm:pt modelId="{DE9072AF-9EE0-44DD-901E-36830CD27A0B}">
      <dgm:prSet phldrT="[Text]" custT="1"/>
      <dgm:spPr/>
      <dgm:t>
        <a:bodyPr/>
        <a:lstStyle/>
        <a:p>
          <a:r>
            <a:rPr lang="en-US" sz="1600" dirty="0"/>
            <a:t>Detect blobs (endpoints of arrows)</a:t>
          </a:r>
        </a:p>
      </dgm:t>
    </dgm:pt>
    <dgm:pt modelId="{EA9EE728-AAD7-4AA7-A757-6988340D48A3}" type="parTrans" cxnId="{1786CD14-42C9-4B11-9870-72E7C145866E}">
      <dgm:prSet/>
      <dgm:spPr/>
      <dgm:t>
        <a:bodyPr/>
        <a:lstStyle/>
        <a:p>
          <a:endParaRPr lang="en-US"/>
        </a:p>
      </dgm:t>
    </dgm:pt>
    <dgm:pt modelId="{1AFCE346-400F-4207-9589-AD0FED9103E8}" type="sibTrans" cxnId="{1786CD14-42C9-4B11-9870-72E7C145866E}">
      <dgm:prSet/>
      <dgm:spPr/>
      <dgm:t>
        <a:bodyPr/>
        <a:lstStyle/>
        <a:p>
          <a:endParaRPr lang="en-US"/>
        </a:p>
      </dgm:t>
    </dgm:pt>
    <dgm:pt modelId="{997A0DA6-2AEA-4513-95F9-432F50888AA3}">
      <dgm:prSet phldrT="[Text]" custT="1"/>
      <dgm:spPr/>
      <dgm:t>
        <a:bodyPr/>
        <a:lstStyle/>
        <a:p>
          <a:r>
            <a:rPr lang="en-US" sz="1600" dirty="0"/>
            <a:t>Detect transitions/ lines/arrows from image.</a:t>
          </a:r>
        </a:p>
      </dgm:t>
    </dgm:pt>
    <dgm:pt modelId="{676AFA5A-2111-4B90-9E69-10B04F667793}" type="parTrans" cxnId="{FC994625-3584-481F-84E5-68301DCD5E67}">
      <dgm:prSet/>
      <dgm:spPr/>
      <dgm:t>
        <a:bodyPr/>
        <a:lstStyle/>
        <a:p>
          <a:endParaRPr lang="en-US"/>
        </a:p>
      </dgm:t>
    </dgm:pt>
    <dgm:pt modelId="{515B328C-9932-4972-80F5-5A1CE1DF58A5}" type="sibTrans" cxnId="{FC994625-3584-481F-84E5-68301DCD5E67}">
      <dgm:prSet/>
      <dgm:spPr/>
      <dgm:t>
        <a:bodyPr/>
        <a:lstStyle/>
        <a:p>
          <a:endParaRPr lang="en-US"/>
        </a:p>
      </dgm:t>
    </dgm:pt>
    <dgm:pt modelId="{7F85268C-D8CC-4827-9901-95DFF2B36AA8}">
      <dgm:prSet phldrT="[Text]" custT="1"/>
      <dgm:spPr/>
      <dgm:t>
        <a:bodyPr/>
        <a:lstStyle/>
        <a:p>
          <a:r>
            <a:rPr lang="en-US" sz="1600" dirty="0"/>
            <a:t>Associate each blob with closest line.</a:t>
          </a:r>
        </a:p>
      </dgm:t>
    </dgm:pt>
    <dgm:pt modelId="{572DF53C-41A9-40C0-8E29-8147DEEFBA09}" type="parTrans" cxnId="{A1652CE4-3E52-472C-B10C-94122CBE1E29}">
      <dgm:prSet/>
      <dgm:spPr/>
      <dgm:t>
        <a:bodyPr/>
        <a:lstStyle/>
        <a:p>
          <a:endParaRPr lang="en-US"/>
        </a:p>
      </dgm:t>
    </dgm:pt>
    <dgm:pt modelId="{75E2AE84-104A-4FF2-A40C-7D3ACCB9B3A6}" type="sibTrans" cxnId="{A1652CE4-3E52-472C-B10C-94122CBE1E29}">
      <dgm:prSet/>
      <dgm:spPr/>
      <dgm:t>
        <a:bodyPr/>
        <a:lstStyle/>
        <a:p>
          <a:endParaRPr lang="en-US"/>
        </a:p>
      </dgm:t>
    </dgm:pt>
    <dgm:pt modelId="{DB57DD1D-11F3-4684-94ED-FC296DE76672}">
      <dgm:prSet phldrT="[Text]" custT="1"/>
      <dgm:spPr/>
      <dgm:t>
        <a:bodyPr/>
        <a:lstStyle/>
        <a:p>
          <a:r>
            <a:rPr lang="en-US" sz="1600"/>
            <a:t>Associate each line with closest text box</a:t>
          </a:r>
          <a:endParaRPr lang="en-US" sz="1600" dirty="0"/>
        </a:p>
      </dgm:t>
    </dgm:pt>
    <dgm:pt modelId="{9A43157C-B210-49A0-BD91-E00849AE542D}" type="parTrans" cxnId="{A9C65CC2-963E-4D5D-989D-B0948F61AD86}">
      <dgm:prSet/>
      <dgm:spPr/>
      <dgm:t>
        <a:bodyPr/>
        <a:lstStyle/>
        <a:p>
          <a:endParaRPr lang="en-US"/>
        </a:p>
      </dgm:t>
    </dgm:pt>
    <dgm:pt modelId="{335730DE-1714-4D44-AAC4-0DF4D3097A6A}" type="sibTrans" cxnId="{A9C65CC2-963E-4D5D-989D-B0948F61AD86}">
      <dgm:prSet/>
      <dgm:spPr/>
      <dgm:t>
        <a:bodyPr/>
        <a:lstStyle/>
        <a:p>
          <a:endParaRPr lang="en-US"/>
        </a:p>
      </dgm:t>
    </dgm:pt>
    <dgm:pt modelId="{4120E391-8215-498B-8958-61B23BD1B057}">
      <dgm:prSet phldrT="[Text]" custT="1"/>
      <dgm:spPr/>
      <dgm:t>
        <a:bodyPr/>
        <a:lstStyle/>
        <a:p>
          <a:r>
            <a:rPr lang="en-US" sz="1600" dirty="0"/>
            <a:t>Merge lines which are associated with same text box</a:t>
          </a:r>
        </a:p>
      </dgm:t>
    </dgm:pt>
    <dgm:pt modelId="{5C4546AE-C5C5-4831-8E54-ABD562B29142}" type="parTrans" cxnId="{FAA09CF9-321A-4E28-A87E-5CAA4D6818BD}">
      <dgm:prSet/>
      <dgm:spPr/>
      <dgm:t>
        <a:bodyPr/>
        <a:lstStyle/>
        <a:p>
          <a:endParaRPr lang="en-US"/>
        </a:p>
      </dgm:t>
    </dgm:pt>
    <dgm:pt modelId="{5A42F14F-56EB-4665-B048-40A9AAF95A08}" type="sibTrans" cxnId="{FAA09CF9-321A-4E28-A87E-5CAA4D6818BD}">
      <dgm:prSet/>
      <dgm:spPr/>
      <dgm:t>
        <a:bodyPr/>
        <a:lstStyle/>
        <a:p>
          <a:endParaRPr lang="en-US"/>
        </a:p>
      </dgm:t>
    </dgm:pt>
    <dgm:pt modelId="{05C476EA-012A-4C30-8052-C620AC14CE76}">
      <dgm:prSet phldrT="[Text]" custT="1"/>
      <dgm:spPr/>
      <dgm:t>
        <a:bodyPr/>
        <a:lstStyle/>
        <a:p>
          <a:r>
            <a:rPr lang="en-US" sz="1600" dirty="0"/>
            <a:t>Associate each transition with closest node.</a:t>
          </a:r>
        </a:p>
      </dgm:t>
    </dgm:pt>
    <dgm:pt modelId="{DD265AF3-BB06-4667-A2BD-7DE47A21FCB5}" type="parTrans" cxnId="{99E736AB-12AC-46E0-B1BC-FB4C9B702D07}">
      <dgm:prSet/>
      <dgm:spPr/>
      <dgm:t>
        <a:bodyPr/>
        <a:lstStyle/>
        <a:p>
          <a:endParaRPr lang="en-US"/>
        </a:p>
      </dgm:t>
    </dgm:pt>
    <dgm:pt modelId="{BCE6F4E2-08F1-4302-9B72-BB908527C495}" type="sibTrans" cxnId="{99E736AB-12AC-46E0-B1BC-FB4C9B702D07}">
      <dgm:prSet/>
      <dgm:spPr/>
      <dgm:t>
        <a:bodyPr/>
        <a:lstStyle/>
        <a:p>
          <a:endParaRPr lang="en-US"/>
        </a:p>
      </dgm:t>
    </dgm:pt>
    <dgm:pt modelId="{E2DB0BFA-1C4D-42D4-AF88-60A618B5838F}">
      <dgm:prSet phldrT="[Text]" custT="1"/>
      <dgm:spPr/>
      <dgm:t>
        <a:bodyPr/>
        <a:lstStyle/>
        <a:p>
          <a:r>
            <a:rPr lang="en-US" sz="1600" dirty="0"/>
            <a:t>Find combination of Nodes, blobs, transitions and textbox associated with arrow.</a:t>
          </a:r>
        </a:p>
      </dgm:t>
    </dgm:pt>
    <dgm:pt modelId="{C36A1DBF-3B0F-4969-A4E7-0B36BCA23CFC}" type="sibTrans" cxnId="{920B4CF5-C2D8-4AC1-A017-4968F91BCFD7}">
      <dgm:prSet/>
      <dgm:spPr/>
      <dgm:t>
        <a:bodyPr/>
        <a:lstStyle/>
        <a:p>
          <a:endParaRPr lang="en-US"/>
        </a:p>
      </dgm:t>
    </dgm:pt>
    <dgm:pt modelId="{C820B372-17D5-48EA-82BC-7BE35E2E8FF9}" type="parTrans" cxnId="{920B4CF5-C2D8-4AC1-A017-4968F91BCFD7}">
      <dgm:prSet/>
      <dgm:spPr/>
      <dgm:t>
        <a:bodyPr/>
        <a:lstStyle/>
        <a:p>
          <a:endParaRPr lang="en-US"/>
        </a:p>
      </dgm:t>
    </dgm:pt>
    <dgm:pt modelId="{91FF1CC0-F548-4EBB-BCEE-E615B0C66623}" type="pres">
      <dgm:prSet presAssocID="{2A7140EF-51A8-4E62-807B-9CD611ED9BFA}" presName="Name0" presStyleCnt="0">
        <dgm:presLayoutVars>
          <dgm:dir/>
          <dgm:resizeHandles/>
        </dgm:presLayoutVars>
      </dgm:prSet>
      <dgm:spPr/>
    </dgm:pt>
    <dgm:pt modelId="{F48A8795-A213-4A43-AF68-BD42508E1B99}" type="pres">
      <dgm:prSet presAssocID="{1927FC23-6F1D-4F8F-8AFC-5EE553F5C60E}" presName="compNode" presStyleCnt="0"/>
      <dgm:spPr/>
    </dgm:pt>
    <dgm:pt modelId="{A25B6502-B0FB-44E5-B694-AE161EF6B8AD}" type="pres">
      <dgm:prSet presAssocID="{1927FC23-6F1D-4F8F-8AFC-5EE553F5C60E}" presName="dummyConnPt" presStyleCnt="0"/>
      <dgm:spPr/>
    </dgm:pt>
    <dgm:pt modelId="{9BF7481C-1C2C-4E6E-A0AC-52DBD1720E3B}" type="pres">
      <dgm:prSet presAssocID="{1927FC23-6F1D-4F8F-8AFC-5EE553F5C60E}" presName="node" presStyleLbl="node1" presStyleIdx="0" presStyleCnt="9">
        <dgm:presLayoutVars>
          <dgm:bulletEnabled val="1"/>
        </dgm:presLayoutVars>
      </dgm:prSet>
      <dgm:spPr/>
    </dgm:pt>
    <dgm:pt modelId="{3533FEEC-0A6F-4DD2-8399-CA27613FA9A4}" type="pres">
      <dgm:prSet presAssocID="{E0BD43A7-AE2D-4ACB-9B9C-30E4FBC10915}" presName="sibTrans" presStyleLbl="bgSibTrans2D1" presStyleIdx="0" presStyleCnt="8"/>
      <dgm:spPr/>
    </dgm:pt>
    <dgm:pt modelId="{E1862B0C-A589-4AB2-B5DD-9103C6A496D6}" type="pres">
      <dgm:prSet presAssocID="{79F1D80E-BC92-496D-B4C0-30987F336C3A}" presName="compNode" presStyleCnt="0"/>
      <dgm:spPr/>
    </dgm:pt>
    <dgm:pt modelId="{DF376628-EF02-4949-BFE1-63036430B327}" type="pres">
      <dgm:prSet presAssocID="{79F1D80E-BC92-496D-B4C0-30987F336C3A}" presName="dummyConnPt" presStyleCnt="0"/>
      <dgm:spPr/>
    </dgm:pt>
    <dgm:pt modelId="{F452EEC4-01F1-46EC-8802-7FB135680983}" type="pres">
      <dgm:prSet presAssocID="{79F1D80E-BC92-496D-B4C0-30987F336C3A}" presName="node" presStyleLbl="node1" presStyleIdx="1" presStyleCnt="9">
        <dgm:presLayoutVars>
          <dgm:bulletEnabled val="1"/>
        </dgm:presLayoutVars>
      </dgm:prSet>
      <dgm:spPr/>
    </dgm:pt>
    <dgm:pt modelId="{312486EE-3492-4026-BADD-3FD9B1486364}" type="pres">
      <dgm:prSet presAssocID="{59CE875D-9FFD-4438-886A-60ED87E9D41D}" presName="sibTrans" presStyleLbl="bgSibTrans2D1" presStyleIdx="1" presStyleCnt="8"/>
      <dgm:spPr/>
    </dgm:pt>
    <dgm:pt modelId="{70A0CCE9-C708-466A-A095-19F31630A198}" type="pres">
      <dgm:prSet presAssocID="{DE9072AF-9EE0-44DD-901E-36830CD27A0B}" presName="compNode" presStyleCnt="0"/>
      <dgm:spPr/>
    </dgm:pt>
    <dgm:pt modelId="{D1236C37-E982-4024-A36C-D321C584F2D6}" type="pres">
      <dgm:prSet presAssocID="{DE9072AF-9EE0-44DD-901E-36830CD27A0B}" presName="dummyConnPt" presStyleCnt="0"/>
      <dgm:spPr/>
    </dgm:pt>
    <dgm:pt modelId="{6A83BEFD-4B2A-4AAF-B221-311DC5F3FF5F}" type="pres">
      <dgm:prSet presAssocID="{DE9072AF-9EE0-44DD-901E-36830CD27A0B}" presName="node" presStyleLbl="node1" presStyleIdx="2" presStyleCnt="9">
        <dgm:presLayoutVars>
          <dgm:bulletEnabled val="1"/>
        </dgm:presLayoutVars>
      </dgm:prSet>
      <dgm:spPr/>
    </dgm:pt>
    <dgm:pt modelId="{45C1670E-7E28-4438-85EB-31CA6CB6A1C8}" type="pres">
      <dgm:prSet presAssocID="{1AFCE346-400F-4207-9589-AD0FED9103E8}" presName="sibTrans" presStyleLbl="bgSibTrans2D1" presStyleIdx="2" presStyleCnt="8"/>
      <dgm:spPr/>
    </dgm:pt>
    <dgm:pt modelId="{3F904DB4-F115-4034-AC82-1E2F9A564918}" type="pres">
      <dgm:prSet presAssocID="{997A0DA6-2AEA-4513-95F9-432F50888AA3}" presName="compNode" presStyleCnt="0"/>
      <dgm:spPr/>
    </dgm:pt>
    <dgm:pt modelId="{2054F689-5288-4A0B-A248-879CCB78F5A1}" type="pres">
      <dgm:prSet presAssocID="{997A0DA6-2AEA-4513-95F9-432F50888AA3}" presName="dummyConnPt" presStyleCnt="0"/>
      <dgm:spPr/>
    </dgm:pt>
    <dgm:pt modelId="{99C2EA13-3992-41A1-9AD9-F4E9B562A69C}" type="pres">
      <dgm:prSet presAssocID="{997A0DA6-2AEA-4513-95F9-432F50888AA3}" presName="node" presStyleLbl="node1" presStyleIdx="3" presStyleCnt="9">
        <dgm:presLayoutVars>
          <dgm:bulletEnabled val="1"/>
        </dgm:presLayoutVars>
      </dgm:prSet>
      <dgm:spPr/>
    </dgm:pt>
    <dgm:pt modelId="{0C6CCBE0-64DF-45EA-8BAA-4F3C86CB7F63}" type="pres">
      <dgm:prSet presAssocID="{515B328C-9932-4972-80F5-5A1CE1DF58A5}" presName="sibTrans" presStyleLbl="bgSibTrans2D1" presStyleIdx="3" presStyleCnt="8"/>
      <dgm:spPr/>
    </dgm:pt>
    <dgm:pt modelId="{E21C5109-845D-4419-9B04-C5E75F8AF526}" type="pres">
      <dgm:prSet presAssocID="{7F85268C-D8CC-4827-9901-95DFF2B36AA8}" presName="compNode" presStyleCnt="0"/>
      <dgm:spPr/>
    </dgm:pt>
    <dgm:pt modelId="{54AA63E3-3BA4-48EB-A5C4-DBA618268D4F}" type="pres">
      <dgm:prSet presAssocID="{7F85268C-D8CC-4827-9901-95DFF2B36AA8}" presName="dummyConnPt" presStyleCnt="0"/>
      <dgm:spPr/>
    </dgm:pt>
    <dgm:pt modelId="{84F8AFCC-7894-4D25-B265-A7D7F729CF03}" type="pres">
      <dgm:prSet presAssocID="{7F85268C-D8CC-4827-9901-95DFF2B36AA8}" presName="node" presStyleLbl="node1" presStyleIdx="4" presStyleCnt="9">
        <dgm:presLayoutVars>
          <dgm:bulletEnabled val="1"/>
        </dgm:presLayoutVars>
      </dgm:prSet>
      <dgm:spPr/>
    </dgm:pt>
    <dgm:pt modelId="{3994B9DA-9BAD-4BB9-8819-082C6642D00F}" type="pres">
      <dgm:prSet presAssocID="{75E2AE84-104A-4FF2-A40C-7D3ACCB9B3A6}" presName="sibTrans" presStyleLbl="bgSibTrans2D1" presStyleIdx="4" presStyleCnt="8"/>
      <dgm:spPr/>
    </dgm:pt>
    <dgm:pt modelId="{083B5711-DF69-4D01-AE25-2790ED31D897}" type="pres">
      <dgm:prSet presAssocID="{DB57DD1D-11F3-4684-94ED-FC296DE76672}" presName="compNode" presStyleCnt="0"/>
      <dgm:spPr/>
    </dgm:pt>
    <dgm:pt modelId="{2FFC7C21-36B6-4E08-B5DB-7A9B4FB9A156}" type="pres">
      <dgm:prSet presAssocID="{DB57DD1D-11F3-4684-94ED-FC296DE76672}" presName="dummyConnPt" presStyleCnt="0"/>
      <dgm:spPr/>
    </dgm:pt>
    <dgm:pt modelId="{0DD1D341-5AAA-4A50-A379-45D3288686B1}" type="pres">
      <dgm:prSet presAssocID="{DB57DD1D-11F3-4684-94ED-FC296DE76672}" presName="node" presStyleLbl="node1" presStyleIdx="5" presStyleCnt="9">
        <dgm:presLayoutVars>
          <dgm:bulletEnabled val="1"/>
        </dgm:presLayoutVars>
      </dgm:prSet>
      <dgm:spPr/>
    </dgm:pt>
    <dgm:pt modelId="{047A97C3-8D47-4352-9088-3428AE00C3BE}" type="pres">
      <dgm:prSet presAssocID="{335730DE-1714-4D44-AAC4-0DF4D3097A6A}" presName="sibTrans" presStyleLbl="bgSibTrans2D1" presStyleIdx="5" presStyleCnt="8"/>
      <dgm:spPr/>
    </dgm:pt>
    <dgm:pt modelId="{55D047D1-0F94-4FE6-B9E1-BDD06E63678B}" type="pres">
      <dgm:prSet presAssocID="{4120E391-8215-498B-8958-61B23BD1B057}" presName="compNode" presStyleCnt="0"/>
      <dgm:spPr/>
    </dgm:pt>
    <dgm:pt modelId="{520DE247-9B44-466F-9DCE-C3C2AB8FB9CA}" type="pres">
      <dgm:prSet presAssocID="{4120E391-8215-498B-8958-61B23BD1B057}" presName="dummyConnPt" presStyleCnt="0"/>
      <dgm:spPr/>
    </dgm:pt>
    <dgm:pt modelId="{977FBF65-DEE9-41F2-83A9-70DF137DC56F}" type="pres">
      <dgm:prSet presAssocID="{4120E391-8215-498B-8958-61B23BD1B057}" presName="node" presStyleLbl="node1" presStyleIdx="6" presStyleCnt="9">
        <dgm:presLayoutVars>
          <dgm:bulletEnabled val="1"/>
        </dgm:presLayoutVars>
      </dgm:prSet>
      <dgm:spPr/>
    </dgm:pt>
    <dgm:pt modelId="{7228F362-4211-490E-80CB-9089EF161B04}" type="pres">
      <dgm:prSet presAssocID="{5A42F14F-56EB-4665-B048-40A9AAF95A08}" presName="sibTrans" presStyleLbl="bgSibTrans2D1" presStyleIdx="6" presStyleCnt="8"/>
      <dgm:spPr/>
    </dgm:pt>
    <dgm:pt modelId="{62E58CC3-F86C-48D7-A405-F76CCBE76608}" type="pres">
      <dgm:prSet presAssocID="{05C476EA-012A-4C30-8052-C620AC14CE76}" presName="compNode" presStyleCnt="0"/>
      <dgm:spPr/>
    </dgm:pt>
    <dgm:pt modelId="{815A559B-216A-4BB7-BADC-60699D98224A}" type="pres">
      <dgm:prSet presAssocID="{05C476EA-012A-4C30-8052-C620AC14CE76}" presName="dummyConnPt" presStyleCnt="0"/>
      <dgm:spPr/>
    </dgm:pt>
    <dgm:pt modelId="{6539F0F6-6679-4B6A-8B37-41F889F5D9BB}" type="pres">
      <dgm:prSet presAssocID="{05C476EA-012A-4C30-8052-C620AC14CE76}" presName="node" presStyleLbl="node1" presStyleIdx="7" presStyleCnt="9">
        <dgm:presLayoutVars>
          <dgm:bulletEnabled val="1"/>
        </dgm:presLayoutVars>
      </dgm:prSet>
      <dgm:spPr/>
    </dgm:pt>
    <dgm:pt modelId="{1A1D8154-4DB4-4041-B4AB-21DB919FD69C}" type="pres">
      <dgm:prSet presAssocID="{BCE6F4E2-08F1-4302-9B72-BB908527C495}" presName="sibTrans" presStyleLbl="bgSibTrans2D1" presStyleIdx="7" presStyleCnt="8"/>
      <dgm:spPr/>
    </dgm:pt>
    <dgm:pt modelId="{C50F7BFD-E525-415B-9779-1F3DB5417C3E}" type="pres">
      <dgm:prSet presAssocID="{E2DB0BFA-1C4D-42D4-AF88-60A618B5838F}" presName="compNode" presStyleCnt="0"/>
      <dgm:spPr/>
    </dgm:pt>
    <dgm:pt modelId="{DF6168DC-84E5-475D-89A6-0EB65D49F93C}" type="pres">
      <dgm:prSet presAssocID="{E2DB0BFA-1C4D-42D4-AF88-60A618B5838F}" presName="dummyConnPt" presStyleCnt="0"/>
      <dgm:spPr/>
    </dgm:pt>
    <dgm:pt modelId="{9AE3D675-12EC-4A9C-BFFC-31C28CA7F1A0}" type="pres">
      <dgm:prSet presAssocID="{E2DB0BFA-1C4D-42D4-AF88-60A618B5838F}" presName="node" presStyleLbl="node1" presStyleIdx="8" presStyleCnt="9">
        <dgm:presLayoutVars>
          <dgm:bulletEnabled val="1"/>
        </dgm:presLayoutVars>
      </dgm:prSet>
      <dgm:spPr/>
    </dgm:pt>
  </dgm:ptLst>
  <dgm:cxnLst>
    <dgm:cxn modelId="{C688270A-949C-4558-8349-481F0A46B6E4}" type="presOf" srcId="{997A0DA6-2AEA-4513-95F9-432F50888AA3}" destId="{99C2EA13-3992-41A1-9AD9-F4E9B562A69C}" srcOrd="0" destOrd="0" presId="urn:microsoft.com/office/officeart/2005/8/layout/bProcess4"/>
    <dgm:cxn modelId="{D98EC10D-67AC-49E1-ACC5-BBF886BC0BF2}" type="presOf" srcId="{5A42F14F-56EB-4665-B048-40A9AAF95A08}" destId="{7228F362-4211-490E-80CB-9089EF161B04}" srcOrd="0" destOrd="0" presId="urn:microsoft.com/office/officeart/2005/8/layout/bProcess4"/>
    <dgm:cxn modelId="{007B3511-747C-400C-BC14-4D6894F82AED}" type="presOf" srcId="{DB57DD1D-11F3-4684-94ED-FC296DE76672}" destId="{0DD1D341-5AAA-4A50-A379-45D3288686B1}" srcOrd="0" destOrd="0" presId="urn:microsoft.com/office/officeart/2005/8/layout/bProcess4"/>
    <dgm:cxn modelId="{E105B013-C0A3-4D95-AEA9-F7FE1524BB27}" type="presOf" srcId="{75E2AE84-104A-4FF2-A40C-7D3ACCB9B3A6}" destId="{3994B9DA-9BAD-4BB9-8819-082C6642D00F}" srcOrd="0" destOrd="0" presId="urn:microsoft.com/office/officeart/2005/8/layout/bProcess4"/>
    <dgm:cxn modelId="{1786CD14-42C9-4B11-9870-72E7C145866E}" srcId="{2A7140EF-51A8-4E62-807B-9CD611ED9BFA}" destId="{DE9072AF-9EE0-44DD-901E-36830CD27A0B}" srcOrd="2" destOrd="0" parTransId="{EA9EE728-AAD7-4AA7-A757-6988340D48A3}" sibTransId="{1AFCE346-400F-4207-9589-AD0FED9103E8}"/>
    <dgm:cxn modelId="{FC994625-3584-481F-84E5-68301DCD5E67}" srcId="{2A7140EF-51A8-4E62-807B-9CD611ED9BFA}" destId="{997A0DA6-2AEA-4513-95F9-432F50888AA3}" srcOrd="3" destOrd="0" parTransId="{676AFA5A-2111-4B90-9E69-10B04F667793}" sibTransId="{515B328C-9932-4972-80F5-5A1CE1DF58A5}"/>
    <dgm:cxn modelId="{9F47AF2B-B3F7-4701-81E0-85290E810B70}" type="presOf" srcId="{1927FC23-6F1D-4F8F-8AFC-5EE553F5C60E}" destId="{9BF7481C-1C2C-4E6E-A0AC-52DBD1720E3B}" srcOrd="0" destOrd="0" presId="urn:microsoft.com/office/officeart/2005/8/layout/bProcess4"/>
    <dgm:cxn modelId="{3AFECC2B-45F0-4161-9741-C29B9B59D21C}" srcId="{2A7140EF-51A8-4E62-807B-9CD611ED9BFA}" destId="{79F1D80E-BC92-496D-B4C0-30987F336C3A}" srcOrd="1" destOrd="0" parTransId="{38B33DD1-3A41-46F0-BB6B-C5E6B190DEA4}" sibTransId="{59CE875D-9FFD-4438-886A-60ED87E9D41D}"/>
    <dgm:cxn modelId="{269BF02C-EFDF-45F8-A4EB-7971EC0B8759}" type="presOf" srcId="{1AFCE346-400F-4207-9589-AD0FED9103E8}" destId="{45C1670E-7E28-4438-85EB-31CA6CB6A1C8}" srcOrd="0" destOrd="0" presId="urn:microsoft.com/office/officeart/2005/8/layout/bProcess4"/>
    <dgm:cxn modelId="{E1B2CF39-4ECB-47BE-BBAB-05E8983EF60F}" type="presOf" srcId="{05C476EA-012A-4C30-8052-C620AC14CE76}" destId="{6539F0F6-6679-4B6A-8B37-41F889F5D9BB}" srcOrd="0" destOrd="0" presId="urn:microsoft.com/office/officeart/2005/8/layout/bProcess4"/>
    <dgm:cxn modelId="{8682155E-C2F3-4B00-83FC-69C7218C0E66}" type="presOf" srcId="{DE9072AF-9EE0-44DD-901E-36830CD27A0B}" destId="{6A83BEFD-4B2A-4AAF-B221-311DC5F3FF5F}" srcOrd="0" destOrd="0" presId="urn:microsoft.com/office/officeart/2005/8/layout/bProcess4"/>
    <dgm:cxn modelId="{F9F86A62-D716-4D8A-9FC2-A78513E50C74}" srcId="{2A7140EF-51A8-4E62-807B-9CD611ED9BFA}" destId="{1927FC23-6F1D-4F8F-8AFC-5EE553F5C60E}" srcOrd="0" destOrd="0" parTransId="{5EA3F6BE-BC00-471A-A903-75E968D30AC8}" sibTransId="{E0BD43A7-AE2D-4ACB-9B9C-30E4FBC10915}"/>
    <dgm:cxn modelId="{9A11A746-C784-4154-8A1A-962BFDE48D83}" type="presOf" srcId="{515B328C-9932-4972-80F5-5A1CE1DF58A5}" destId="{0C6CCBE0-64DF-45EA-8BAA-4F3C86CB7F63}" srcOrd="0" destOrd="0" presId="urn:microsoft.com/office/officeart/2005/8/layout/bProcess4"/>
    <dgm:cxn modelId="{040AC349-6EF5-4E8C-BCDB-4897DE10241C}" type="presOf" srcId="{335730DE-1714-4D44-AAC4-0DF4D3097A6A}" destId="{047A97C3-8D47-4352-9088-3428AE00C3BE}" srcOrd="0" destOrd="0" presId="urn:microsoft.com/office/officeart/2005/8/layout/bProcess4"/>
    <dgm:cxn modelId="{C8B50A74-4BF9-4FE2-8968-8E5D6007C1DC}" type="presOf" srcId="{7F85268C-D8CC-4827-9901-95DFF2B36AA8}" destId="{84F8AFCC-7894-4D25-B265-A7D7F729CF03}" srcOrd="0" destOrd="0" presId="urn:microsoft.com/office/officeart/2005/8/layout/bProcess4"/>
    <dgm:cxn modelId="{8A791899-023B-4395-964B-AEF19A4863CF}" type="presOf" srcId="{E2DB0BFA-1C4D-42D4-AF88-60A618B5838F}" destId="{9AE3D675-12EC-4A9C-BFFC-31C28CA7F1A0}" srcOrd="0" destOrd="0" presId="urn:microsoft.com/office/officeart/2005/8/layout/bProcess4"/>
    <dgm:cxn modelId="{83A00C9E-D032-4B9C-B949-F877FD30FDD9}" type="presOf" srcId="{E0BD43A7-AE2D-4ACB-9B9C-30E4FBC10915}" destId="{3533FEEC-0A6F-4DD2-8399-CA27613FA9A4}" srcOrd="0" destOrd="0" presId="urn:microsoft.com/office/officeart/2005/8/layout/bProcess4"/>
    <dgm:cxn modelId="{5EAEA9A1-7335-4A15-8930-3A4266DE9206}" type="presOf" srcId="{2A7140EF-51A8-4E62-807B-9CD611ED9BFA}" destId="{91FF1CC0-F548-4EBB-BCEE-E615B0C66623}" srcOrd="0" destOrd="0" presId="urn:microsoft.com/office/officeart/2005/8/layout/bProcess4"/>
    <dgm:cxn modelId="{99E736AB-12AC-46E0-B1BC-FB4C9B702D07}" srcId="{2A7140EF-51A8-4E62-807B-9CD611ED9BFA}" destId="{05C476EA-012A-4C30-8052-C620AC14CE76}" srcOrd="7" destOrd="0" parTransId="{DD265AF3-BB06-4667-A2BD-7DE47A21FCB5}" sibTransId="{BCE6F4E2-08F1-4302-9B72-BB908527C495}"/>
    <dgm:cxn modelId="{860820BF-AA05-4D56-9B1E-69A30013A961}" type="presOf" srcId="{BCE6F4E2-08F1-4302-9B72-BB908527C495}" destId="{1A1D8154-4DB4-4041-B4AB-21DB919FD69C}" srcOrd="0" destOrd="0" presId="urn:microsoft.com/office/officeart/2005/8/layout/bProcess4"/>
    <dgm:cxn modelId="{A9C65CC2-963E-4D5D-989D-B0948F61AD86}" srcId="{2A7140EF-51A8-4E62-807B-9CD611ED9BFA}" destId="{DB57DD1D-11F3-4684-94ED-FC296DE76672}" srcOrd="5" destOrd="0" parTransId="{9A43157C-B210-49A0-BD91-E00849AE542D}" sibTransId="{335730DE-1714-4D44-AAC4-0DF4D3097A6A}"/>
    <dgm:cxn modelId="{49F6CFD2-D47B-424C-867B-E4E03AA14085}" type="presOf" srcId="{4120E391-8215-498B-8958-61B23BD1B057}" destId="{977FBF65-DEE9-41F2-83A9-70DF137DC56F}" srcOrd="0" destOrd="0" presId="urn:microsoft.com/office/officeart/2005/8/layout/bProcess4"/>
    <dgm:cxn modelId="{A1652CE4-3E52-472C-B10C-94122CBE1E29}" srcId="{2A7140EF-51A8-4E62-807B-9CD611ED9BFA}" destId="{7F85268C-D8CC-4827-9901-95DFF2B36AA8}" srcOrd="4" destOrd="0" parTransId="{572DF53C-41A9-40C0-8E29-8147DEEFBA09}" sibTransId="{75E2AE84-104A-4FF2-A40C-7D3ACCB9B3A6}"/>
    <dgm:cxn modelId="{195A5EF5-78BE-4D15-85CC-E412EF017F9B}" type="presOf" srcId="{79F1D80E-BC92-496D-B4C0-30987F336C3A}" destId="{F452EEC4-01F1-46EC-8802-7FB135680983}" srcOrd="0" destOrd="0" presId="urn:microsoft.com/office/officeart/2005/8/layout/bProcess4"/>
    <dgm:cxn modelId="{920B4CF5-C2D8-4AC1-A017-4968F91BCFD7}" srcId="{2A7140EF-51A8-4E62-807B-9CD611ED9BFA}" destId="{E2DB0BFA-1C4D-42D4-AF88-60A618B5838F}" srcOrd="8" destOrd="0" parTransId="{C820B372-17D5-48EA-82BC-7BE35E2E8FF9}" sibTransId="{C36A1DBF-3B0F-4969-A4E7-0B36BCA23CFC}"/>
    <dgm:cxn modelId="{3F3352F5-B886-42E6-92E2-2C234274DCA2}" type="presOf" srcId="{59CE875D-9FFD-4438-886A-60ED87E9D41D}" destId="{312486EE-3492-4026-BADD-3FD9B1486364}" srcOrd="0" destOrd="0" presId="urn:microsoft.com/office/officeart/2005/8/layout/bProcess4"/>
    <dgm:cxn modelId="{FAA09CF9-321A-4E28-A87E-5CAA4D6818BD}" srcId="{2A7140EF-51A8-4E62-807B-9CD611ED9BFA}" destId="{4120E391-8215-498B-8958-61B23BD1B057}" srcOrd="6" destOrd="0" parTransId="{5C4546AE-C5C5-4831-8E54-ABD562B29142}" sibTransId="{5A42F14F-56EB-4665-B048-40A9AAF95A08}"/>
    <dgm:cxn modelId="{FEEA3D1D-39FC-475B-B8E5-4AC6EC608362}" type="presParOf" srcId="{91FF1CC0-F548-4EBB-BCEE-E615B0C66623}" destId="{F48A8795-A213-4A43-AF68-BD42508E1B99}" srcOrd="0" destOrd="0" presId="urn:microsoft.com/office/officeart/2005/8/layout/bProcess4"/>
    <dgm:cxn modelId="{11783564-89D5-4CAF-97CA-741067D6510A}" type="presParOf" srcId="{F48A8795-A213-4A43-AF68-BD42508E1B99}" destId="{A25B6502-B0FB-44E5-B694-AE161EF6B8AD}" srcOrd="0" destOrd="0" presId="urn:microsoft.com/office/officeart/2005/8/layout/bProcess4"/>
    <dgm:cxn modelId="{81D5BA9E-0252-411F-8DCE-0AA857C51964}" type="presParOf" srcId="{F48A8795-A213-4A43-AF68-BD42508E1B99}" destId="{9BF7481C-1C2C-4E6E-A0AC-52DBD1720E3B}" srcOrd="1" destOrd="0" presId="urn:microsoft.com/office/officeart/2005/8/layout/bProcess4"/>
    <dgm:cxn modelId="{DA225D64-C7CA-4F50-8048-342E04C29AAA}" type="presParOf" srcId="{91FF1CC0-F548-4EBB-BCEE-E615B0C66623}" destId="{3533FEEC-0A6F-4DD2-8399-CA27613FA9A4}" srcOrd="1" destOrd="0" presId="urn:microsoft.com/office/officeart/2005/8/layout/bProcess4"/>
    <dgm:cxn modelId="{6C348904-0187-4C0E-AF6C-4632902E3A37}" type="presParOf" srcId="{91FF1CC0-F548-4EBB-BCEE-E615B0C66623}" destId="{E1862B0C-A589-4AB2-B5DD-9103C6A496D6}" srcOrd="2" destOrd="0" presId="urn:microsoft.com/office/officeart/2005/8/layout/bProcess4"/>
    <dgm:cxn modelId="{16D6B8EA-3ECB-40E8-AE1E-B482A734CA73}" type="presParOf" srcId="{E1862B0C-A589-4AB2-B5DD-9103C6A496D6}" destId="{DF376628-EF02-4949-BFE1-63036430B327}" srcOrd="0" destOrd="0" presId="urn:microsoft.com/office/officeart/2005/8/layout/bProcess4"/>
    <dgm:cxn modelId="{35D2852B-D65C-49E8-9C7A-8C41D3AC79A1}" type="presParOf" srcId="{E1862B0C-A589-4AB2-B5DD-9103C6A496D6}" destId="{F452EEC4-01F1-46EC-8802-7FB135680983}" srcOrd="1" destOrd="0" presId="urn:microsoft.com/office/officeart/2005/8/layout/bProcess4"/>
    <dgm:cxn modelId="{8F25BB01-F3BC-426F-930E-3232EC16EF4D}" type="presParOf" srcId="{91FF1CC0-F548-4EBB-BCEE-E615B0C66623}" destId="{312486EE-3492-4026-BADD-3FD9B1486364}" srcOrd="3" destOrd="0" presId="urn:microsoft.com/office/officeart/2005/8/layout/bProcess4"/>
    <dgm:cxn modelId="{E4BB4791-D478-4824-BCF6-E2637A31EA96}" type="presParOf" srcId="{91FF1CC0-F548-4EBB-BCEE-E615B0C66623}" destId="{70A0CCE9-C708-466A-A095-19F31630A198}" srcOrd="4" destOrd="0" presId="urn:microsoft.com/office/officeart/2005/8/layout/bProcess4"/>
    <dgm:cxn modelId="{7112B019-8953-4D0A-9274-9852D87A704E}" type="presParOf" srcId="{70A0CCE9-C708-466A-A095-19F31630A198}" destId="{D1236C37-E982-4024-A36C-D321C584F2D6}" srcOrd="0" destOrd="0" presId="urn:microsoft.com/office/officeart/2005/8/layout/bProcess4"/>
    <dgm:cxn modelId="{8BDB5AB4-4516-4B13-9CC7-206E5E93A8D3}" type="presParOf" srcId="{70A0CCE9-C708-466A-A095-19F31630A198}" destId="{6A83BEFD-4B2A-4AAF-B221-311DC5F3FF5F}" srcOrd="1" destOrd="0" presId="urn:microsoft.com/office/officeart/2005/8/layout/bProcess4"/>
    <dgm:cxn modelId="{F23B95A5-3BF4-4BDA-BB5D-DFE90D9A0661}" type="presParOf" srcId="{91FF1CC0-F548-4EBB-BCEE-E615B0C66623}" destId="{45C1670E-7E28-4438-85EB-31CA6CB6A1C8}" srcOrd="5" destOrd="0" presId="urn:microsoft.com/office/officeart/2005/8/layout/bProcess4"/>
    <dgm:cxn modelId="{E3068A97-1329-454F-B091-D17FC4ED095D}" type="presParOf" srcId="{91FF1CC0-F548-4EBB-BCEE-E615B0C66623}" destId="{3F904DB4-F115-4034-AC82-1E2F9A564918}" srcOrd="6" destOrd="0" presId="urn:microsoft.com/office/officeart/2005/8/layout/bProcess4"/>
    <dgm:cxn modelId="{D5117A0A-293F-4E61-AC8F-59B3DEB367F0}" type="presParOf" srcId="{3F904DB4-F115-4034-AC82-1E2F9A564918}" destId="{2054F689-5288-4A0B-A248-879CCB78F5A1}" srcOrd="0" destOrd="0" presId="urn:microsoft.com/office/officeart/2005/8/layout/bProcess4"/>
    <dgm:cxn modelId="{3C9E419E-E511-4965-A209-010B8BFF5DE5}" type="presParOf" srcId="{3F904DB4-F115-4034-AC82-1E2F9A564918}" destId="{99C2EA13-3992-41A1-9AD9-F4E9B562A69C}" srcOrd="1" destOrd="0" presId="urn:microsoft.com/office/officeart/2005/8/layout/bProcess4"/>
    <dgm:cxn modelId="{98257887-D9DA-4784-86F4-209C0A4E08EB}" type="presParOf" srcId="{91FF1CC0-F548-4EBB-BCEE-E615B0C66623}" destId="{0C6CCBE0-64DF-45EA-8BAA-4F3C86CB7F63}" srcOrd="7" destOrd="0" presId="urn:microsoft.com/office/officeart/2005/8/layout/bProcess4"/>
    <dgm:cxn modelId="{736F47F2-1B8B-4A2A-83FB-89DDBA85EBAD}" type="presParOf" srcId="{91FF1CC0-F548-4EBB-BCEE-E615B0C66623}" destId="{E21C5109-845D-4419-9B04-C5E75F8AF526}" srcOrd="8" destOrd="0" presId="urn:microsoft.com/office/officeart/2005/8/layout/bProcess4"/>
    <dgm:cxn modelId="{5B7E9648-DCF8-4CCB-9283-3BF34B159EBB}" type="presParOf" srcId="{E21C5109-845D-4419-9B04-C5E75F8AF526}" destId="{54AA63E3-3BA4-48EB-A5C4-DBA618268D4F}" srcOrd="0" destOrd="0" presId="urn:microsoft.com/office/officeart/2005/8/layout/bProcess4"/>
    <dgm:cxn modelId="{B19E2F42-489F-480D-99B0-43FAF59EEBFC}" type="presParOf" srcId="{E21C5109-845D-4419-9B04-C5E75F8AF526}" destId="{84F8AFCC-7894-4D25-B265-A7D7F729CF03}" srcOrd="1" destOrd="0" presId="urn:microsoft.com/office/officeart/2005/8/layout/bProcess4"/>
    <dgm:cxn modelId="{B0CE0D58-2977-4E61-8A9F-DC5C717BC338}" type="presParOf" srcId="{91FF1CC0-F548-4EBB-BCEE-E615B0C66623}" destId="{3994B9DA-9BAD-4BB9-8819-082C6642D00F}" srcOrd="9" destOrd="0" presId="urn:microsoft.com/office/officeart/2005/8/layout/bProcess4"/>
    <dgm:cxn modelId="{38204151-4E15-412D-BAE7-35B02F17487C}" type="presParOf" srcId="{91FF1CC0-F548-4EBB-BCEE-E615B0C66623}" destId="{083B5711-DF69-4D01-AE25-2790ED31D897}" srcOrd="10" destOrd="0" presId="urn:microsoft.com/office/officeart/2005/8/layout/bProcess4"/>
    <dgm:cxn modelId="{1F44EC7A-953B-4EEF-9413-E59944A7DC2A}" type="presParOf" srcId="{083B5711-DF69-4D01-AE25-2790ED31D897}" destId="{2FFC7C21-36B6-4E08-B5DB-7A9B4FB9A156}" srcOrd="0" destOrd="0" presId="urn:microsoft.com/office/officeart/2005/8/layout/bProcess4"/>
    <dgm:cxn modelId="{6EA54632-5AC6-4F5A-9177-D8E2063B3BA2}" type="presParOf" srcId="{083B5711-DF69-4D01-AE25-2790ED31D897}" destId="{0DD1D341-5AAA-4A50-A379-45D3288686B1}" srcOrd="1" destOrd="0" presId="urn:microsoft.com/office/officeart/2005/8/layout/bProcess4"/>
    <dgm:cxn modelId="{5D9E61B0-3BD1-4E39-9B3D-3D0A16352600}" type="presParOf" srcId="{91FF1CC0-F548-4EBB-BCEE-E615B0C66623}" destId="{047A97C3-8D47-4352-9088-3428AE00C3BE}" srcOrd="11" destOrd="0" presId="urn:microsoft.com/office/officeart/2005/8/layout/bProcess4"/>
    <dgm:cxn modelId="{64B393C9-A8D1-464C-A362-1F4B95A9ABD9}" type="presParOf" srcId="{91FF1CC0-F548-4EBB-BCEE-E615B0C66623}" destId="{55D047D1-0F94-4FE6-B9E1-BDD06E63678B}" srcOrd="12" destOrd="0" presId="urn:microsoft.com/office/officeart/2005/8/layout/bProcess4"/>
    <dgm:cxn modelId="{DD0E325E-1A3C-4612-941F-D8A01DE8E432}" type="presParOf" srcId="{55D047D1-0F94-4FE6-B9E1-BDD06E63678B}" destId="{520DE247-9B44-466F-9DCE-C3C2AB8FB9CA}" srcOrd="0" destOrd="0" presId="urn:microsoft.com/office/officeart/2005/8/layout/bProcess4"/>
    <dgm:cxn modelId="{6F12FE4C-2D06-48C4-A895-21C1F7E0BE8F}" type="presParOf" srcId="{55D047D1-0F94-4FE6-B9E1-BDD06E63678B}" destId="{977FBF65-DEE9-41F2-83A9-70DF137DC56F}" srcOrd="1" destOrd="0" presId="urn:microsoft.com/office/officeart/2005/8/layout/bProcess4"/>
    <dgm:cxn modelId="{15480C91-3CB9-4635-9F61-CA0B7ABE7762}" type="presParOf" srcId="{91FF1CC0-F548-4EBB-BCEE-E615B0C66623}" destId="{7228F362-4211-490E-80CB-9089EF161B04}" srcOrd="13" destOrd="0" presId="urn:microsoft.com/office/officeart/2005/8/layout/bProcess4"/>
    <dgm:cxn modelId="{9FDD455E-9D06-41D1-895D-F50D0A8790DA}" type="presParOf" srcId="{91FF1CC0-F548-4EBB-BCEE-E615B0C66623}" destId="{62E58CC3-F86C-48D7-A405-F76CCBE76608}" srcOrd="14" destOrd="0" presId="urn:microsoft.com/office/officeart/2005/8/layout/bProcess4"/>
    <dgm:cxn modelId="{B0F01B3F-DDFB-4C39-A90B-95CB719A50CE}" type="presParOf" srcId="{62E58CC3-F86C-48D7-A405-F76CCBE76608}" destId="{815A559B-216A-4BB7-BADC-60699D98224A}" srcOrd="0" destOrd="0" presId="urn:microsoft.com/office/officeart/2005/8/layout/bProcess4"/>
    <dgm:cxn modelId="{EA23E119-7139-4DD0-A6C7-4D1428A1E2C3}" type="presParOf" srcId="{62E58CC3-F86C-48D7-A405-F76CCBE76608}" destId="{6539F0F6-6679-4B6A-8B37-41F889F5D9BB}" srcOrd="1" destOrd="0" presId="urn:microsoft.com/office/officeart/2005/8/layout/bProcess4"/>
    <dgm:cxn modelId="{00478D55-3FFB-4614-99E1-D60040A6AE2A}" type="presParOf" srcId="{91FF1CC0-F548-4EBB-BCEE-E615B0C66623}" destId="{1A1D8154-4DB4-4041-B4AB-21DB919FD69C}" srcOrd="15" destOrd="0" presId="urn:microsoft.com/office/officeart/2005/8/layout/bProcess4"/>
    <dgm:cxn modelId="{9F2790F0-203D-43B0-B5A4-867DC7C7E1E4}" type="presParOf" srcId="{91FF1CC0-F548-4EBB-BCEE-E615B0C66623}" destId="{C50F7BFD-E525-415B-9779-1F3DB5417C3E}" srcOrd="16" destOrd="0" presId="urn:microsoft.com/office/officeart/2005/8/layout/bProcess4"/>
    <dgm:cxn modelId="{4BE4D44E-AFAE-4B3E-834F-B21DD3614848}" type="presParOf" srcId="{C50F7BFD-E525-415B-9779-1F3DB5417C3E}" destId="{DF6168DC-84E5-475D-89A6-0EB65D49F93C}" srcOrd="0" destOrd="0" presId="urn:microsoft.com/office/officeart/2005/8/layout/bProcess4"/>
    <dgm:cxn modelId="{E09B8504-209F-4F14-8796-E14CD2E16CAF}" type="presParOf" srcId="{C50F7BFD-E525-415B-9779-1F3DB5417C3E}" destId="{9AE3D675-12EC-4A9C-BFFC-31C28CA7F1A0}"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A60493-F706-4722-8B20-0DEC3AC98EF7}" type="doc">
      <dgm:prSet loTypeId="urn:microsoft.com/office/officeart/2005/8/layout/bProcess4" loCatId="process" qsTypeId="urn:microsoft.com/office/officeart/2005/8/quickstyle/3d2" qsCatId="3D" csTypeId="urn:microsoft.com/office/officeart/2005/8/colors/accent0_3" csCatId="mainScheme" phldr="1"/>
      <dgm:spPr/>
      <dgm:t>
        <a:bodyPr/>
        <a:lstStyle/>
        <a:p>
          <a:endParaRPr lang="en-US"/>
        </a:p>
      </dgm:t>
    </dgm:pt>
    <dgm:pt modelId="{D727B79B-14ED-41A2-9930-602132C9450C}">
      <dgm:prSet phldrT="[Text]"/>
      <dgm:spPr/>
      <dgm:t>
        <a:bodyPr/>
        <a:lstStyle/>
        <a:p>
          <a:r>
            <a:rPr lang="en-US" dirty="0"/>
            <a:t>Waveform Image Localization</a:t>
          </a:r>
        </a:p>
      </dgm:t>
    </dgm:pt>
    <dgm:pt modelId="{918FBC41-4015-45A2-A5A3-445972E037E3}" type="parTrans" cxnId="{67B34BE3-3BDE-407A-A5CE-17030ECA2BFB}">
      <dgm:prSet/>
      <dgm:spPr/>
      <dgm:t>
        <a:bodyPr/>
        <a:lstStyle/>
        <a:p>
          <a:endParaRPr lang="en-US"/>
        </a:p>
      </dgm:t>
    </dgm:pt>
    <dgm:pt modelId="{D01CE9E7-BB93-4A60-BDE7-E3795525A679}" type="sibTrans" cxnId="{67B34BE3-3BDE-407A-A5CE-17030ECA2BFB}">
      <dgm:prSet/>
      <dgm:spPr/>
      <dgm:t>
        <a:bodyPr/>
        <a:lstStyle/>
        <a:p>
          <a:endParaRPr lang="en-US"/>
        </a:p>
      </dgm:t>
    </dgm:pt>
    <dgm:pt modelId="{2D893BD1-264D-458F-8C06-7FF1D65E0869}">
      <dgm:prSet phldrT="[Text]"/>
      <dgm:spPr/>
      <dgm:t>
        <a:bodyPr/>
        <a:lstStyle/>
        <a:p>
          <a:r>
            <a:rPr lang="en-US" dirty="0"/>
            <a:t>Waveform Image Extraction</a:t>
          </a:r>
        </a:p>
      </dgm:t>
    </dgm:pt>
    <dgm:pt modelId="{F1CA5DAB-B880-4496-BDD9-04262BA6BFEE}" type="parTrans" cxnId="{C829D968-E667-49F6-B8B8-2BD3F525791E}">
      <dgm:prSet/>
      <dgm:spPr/>
      <dgm:t>
        <a:bodyPr/>
        <a:lstStyle/>
        <a:p>
          <a:endParaRPr lang="en-US"/>
        </a:p>
      </dgm:t>
    </dgm:pt>
    <dgm:pt modelId="{8EFEDF18-B4EF-4B1B-912E-1F96EA4F6043}" type="sibTrans" cxnId="{C829D968-E667-49F6-B8B8-2BD3F525791E}">
      <dgm:prSet/>
      <dgm:spPr/>
      <dgm:t>
        <a:bodyPr/>
        <a:lstStyle/>
        <a:p>
          <a:endParaRPr lang="en-US"/>
        </a:p>
      </dgm:t>
    </dgm:pt>
    <dgm:pt modelId="{A4A25C18-0C9C-4F47-B003-C24599A3DD74}">
      <dgm:prSet phldrT="[Text]"/>
      <dgm:spPr/>
      <dgm:t>
        <a:bodyPr/>
        <a:lstStyle/>
        <a:p>
          <a:r>
            <a:rPr lang="en-US" dirty="0"/>
            <a:t>Custom Kernelization for filtering </a:t>
          </a:r>
        </a:p>
      </dgm:t>
    </dgm:pt>
    <dgm:pt modelId="{40DECB59-1E75-4482-AD56-216D088E4D70}" type="parTrans" cxnId="{4030FDEC-DC39-46A1-B156-9BCFF09CE1B1}">
      <dgm:prSet/>
      <dgm:spPr/>
      <dgm:t>
        <a:bodyPr/>
        <a:lstStyle/>
        <a:p>
          <a:endParaRPr lang="en-US"/>
        </a:p>
      </dgm:t>
    </dgm:pt>
    <dgm:pt modelId="{A4B75C70-96C5-40DA-8BE1-9685695432E4}" type="sibTrans" cxnId="{4030FDEC-DC39-46A1-B156-9BCFF09CE1B1}">
      <dgm:prSet/>
      <dgm:spPr/>
      <dgm:t>
        <a:bodyPr/>
        <a:lstStyle/>
        <a:p>
          <a:endParaRPr lang="en-US"/>
        </a:p>
      </dgm:t>
    </dgm:pt>
    <dgm:pt modelId="{0E368EA6-8302-41CA-873B-8DDD0AC7B5A3}">
      <dgm:prSet phldrT="[Text]"/>
      <dgm:spPr/>
      <dgm:t>
        <a:bodyPr/>
        <a:lstStyle/>
        <a:p>
          <a:r>
            <a:rPr lang="en-US" dirty="0"/>
            <a:t>Linking PDF text to Image Arrows</a:t>
          </a:r>
        </a:p>
      </dgm:t>
    </dgm:pt>
    <dgm:pt modelId="{C34D733D-C3F5-47DE-BC65-BF15292117D6}" type="parTrans" cxnId="{7A938946-5A73-4A7D-A1C1-51C749C751D7}">
      <dgm:prSet/>
      <dgm:spPr/>
      <dgm:t>
        <a:bodyPr/>
        <a:lstStyle/>
        <a:p>
          <a:endParaRPr lang="en-US"/>
        </a:p>
      </dgm:t>
    </dgm:pt>
    <dgm:pt modelId="{7B10D932-269E-4493-BAC4-8881FAA49138}" type="sibTrans" cxnId="{7A938946-5A73-4A7D-A1C1-51C749C751D7}">
      <dgm:prSet/>
      <dgm:spPr/>
      <dgm:t>
        <a:bodyPr/>
        <a:lstStyle/>
        <a:p>
          <a:endParaRPr lang="en-US"/>
        </a:p>
      </dgm:t>
    </dgm:pt>
    <dgm:pt modelId="{018F9C9B-6ED7-4471-88D4-28E5BDB2CDC1}">
      <dgm:prSet phldrT="[Text]"/>
      <dgm:spPr/>
      <dgm:t>
        <a:bodyPr/>
        <a:lstStyle/>
        <a:p>
          <a:r>
            <a:rPr lang="en-US" dirty="0"/>
            <a:t>Extracting Text from PDF</a:t>
          </a:r>
        </a:p>
      </dgm:t>
    </dgm:pt>
    <dgm:pt modelId="{2C3E2F6E-49C5-4246-862F-7A0DA262735D}" type="parTrans" cxnId="{C6E0879B-F613-47A2-A20B-7B727B865516}">
      <dgm:prSet/>
      <dgm:spPr/>
      <dgm:t>
        <a:bodyPr/>
        <a:lstStyle/>
        <a:p>
          <a:endParaRPr lang="en-US"/>
        </a:p>
      </dgm:t>
    </dgm:pt>
    <dgm:pt modelId="{37BA9C63-BFA6-405A-A0B0-6636F48A5A33}" type="sibTrans" cxnId="{C6E0879B-F613-47A2-A20B-7B727B865516}">
      <dgm:prSet/>
      <dgm:spPr/>
      <dgm:t>
        <a:bodyPr/>
        <a:lstStyle/>
        <a:p>
          <a:endParaRPr lang="en-US"/>
        </a:p>
      </dgm:t>
    </dgm:pt>
    <dgm:pt modelId="{8F24D67C-F466-4DE0-A92E-7FB3592EEFC5}">
      <dgm:prSet phldrT="[Text]"/>
      <dgm:spPr/>
      <dgm:t>
        <a:bodyPr/>
        <a:lstStyle/>
        <a:p>
          <a:r>
            <a:rPr lang="en-US" dirty="0"/>
            <a:t>CNN Model to classify Arrow V/S Non-arrows</a:t>
          </a:r>
        </a:p>
      </dgm:t>
    </dgm:pt>
    <dgm:pt modelId="{308C8C19-1064-4CA4-BA96-23EE637BD9A4}" type="parTrans" cxnId="{791F41E6-41B7-4971-AC95-283CDA126324}">
      <dgm:prSet/>
      <dgm:spPr/>
      <dgm:t>
        <a:bodyPr/>
        <a:lstStyle/>
        <a:p>
          <a:endParaRPr lang="en-US"/>
        </a:p>
      </dgm:t>
    </dgm:pt>
    <dgm:pt modelId="{B4345496-CF0D-4186-B5EF-F11C15F1ECF1}" type="sibTrans" cxnId="{791F41E6-41B7-4971-AC95-283CDA126324}">
      <dgm:prSet/>
      <dgm:spPr/>
      <dgm:t>
        <a:bodyPr/>
        <a:lstStyle/>
        <a:p>
          <a:endParaRPr lang="en-US"/>
        </a:p>
      </dgm:t>
    </dgm:pt>
    <dgm:pt modelId="{E306ADEB-289E-4FF4-9424-E2C5CE7E0919}">
      <dgm:prSet phldrT="[Text]"/>
      <dgm:spPr/>
      <dgm:t>
        <a:bodyPr/>
        <a:lstStyle/>
        <a:p>
          <a:r>
            <a:rPr lang="en-US" dirty="0"/>
            <a:t>Linking Pins Information</a:t>
          </a:r>
        </a:p>
      </dgm:t>
    </dgm:pt>
    <dgm:pt modelId="{8AB61D75-0B5D-4DCD-9913-DBBA521BE68B}" type="parTrans" cxnId="{68346407-7F62-453B-86EC-4E8DEF5B4453}">
      <dgm:prSet/>
      <dgm:spPr/>
      <dgm:t>
        <a:bodyPr/>
        <a:lstStyle/>
        <a:p>
          <a:endParaRPr lang="en-US"/>
        </a:p>
      </dgm:t>
    </dgm:pt>
    <dgm:pt modelId="{3ED719D4-D64D-4032-B058-B6F0FD0CF771}" type="sibTrans" cxnId="{68346407-7F62-453B-86EC-4E8DEF5B4453}">
      <dgm:prSet/>
      <dgm:spPr/>
      <dgm:t>
        <a:bodyPr/>
        <a:lstStyle/>
        <a:p>
          <a:endParaRPr lang="en-US"/>
        </a:p>
      </dgm:t>
    </dgm:pt>
    <dgm:pt modelId="{DFDDBF72-C3D3-4BF0-BC73-A07B9C42452B}">
      <dgm:prSet phldrT="[Text]"/>
      <dgm:spPr/>
      <dgm:t>
        <a:bodyPr/>
        <a:lstStyle/>
        <a:p>
          <a:r>
            <a:rPr lang="en-US" dirty="0"/>
            <a:t>Linking Command to Command for each timing</a:t>
          </a:r>
        </a:p>
      </dgm:t>
    </dgm:pt>
    <dgm:pt modelId="{FC3F64B2-68B5-4538-93ED-BBEB6C5464AF}" type="parTrans" cxnId="{E0C59E58-6B63-49AB-9F5B-793A5A776672}">
      <dgm:prSet/>
      <dgm:spPr/>
      <dgm:t>
        <a:bodyPr/>
        <a:lstStyle/>
        <a:p>
          <a:endParaRPr lang="en-US"/>
        </a:p>
      </dgm:t>
    </dgm:pt>
    <dgm:pt modelId="{B87F378F-24A4-44C6-9FB0-ACC467D49F63}" type="sibTrans" cxnId="{E0C59E58-6B63-49AB-9F5B-793A5A776672}">
      <dgm:prSet/>
      <dgm:spPr/>
      <dgm:t>
        <a:bodyPr/>
        <a:lstStyle/>
        <a:p>
          <a:endParaRPr lang="en-US"/>
        </a:p>
      </dgm:t>
    </dgm:pt>
    <dgm:pt modelId="{63311888-AD80-44AF-8ED0-106957028115}">
      <dgm:prSet phldrT="[Text]"/>
      <dgm:spPr/>
      <dgm:t>
        <a:bodyPr/>
        <a:lstStyle/>
        <a:p>
          <a:r>
            <a:rPr lang="en-US" dirty="0"/>
            <a:t>Conversion to Excel file</a:t>
          </a:r>
        </a:p>
      </dgm:t>
    </dgm:pt>
    <dgm:pt modelId="{2E02AA58-A771-43EF-9026-FFD0FFD927F5}" type="parTrans" cxnId="{E35413A3-6A66-4322-8065-0FA270F79E55}">
      <dgm:prSet/>
      <dgm:spPr/>
      <dgm:t>
        <a:bodyPr/>
        <a:lstStyle/>
        <a:p>
          <a:endParaRPr lang="en-US"/>
        </a:p>
      </dgm:t>
    </dgm:pt>
    <dgm:pt modelId="{A1D3285F-B5DB-4DBA-B49F-CA9BE88A1969}" type="sibTrans" cxnId="{E35413A3-6A66-4322-8065-0FA270F79E55}">
      <dgm:prSet/>
      <dgm:spPr/>
      <dgm:t>
        <a:bodyPr/>
        <a:lstStyle/>
        <a:p>
          <a:endParaRPr lang="en-US"/>
        </a:p>
      </dgm:t>
    </dgm:pt>
    <dgm:pt modelId="{5704D457-B56A-44A1-9D7C-637928B6C371}" type="pres">
      <dgm:prSet presAssocID="{4FA60493-F706-4722-8B20-0DEC3AC98EF7}" presName="Name0" presStyleCnt="0">
        <dgm:presLayoutVars>
          <dgm:dir/>
          <dgm:resizeHandles/>
        </dgm:presLayoutVars>
      </dgm:prSet>
      <dgm:spPr/>
    </dgm:pt>
    <dgm:pt modelId="{8EC6731D-30F7-4A70-B3FF-12BF53CD1415}" type="pres">
      <dgm:prSet presAssocID="{D727B79B-14ED-41A2-9930-602132C9450C}" presName="compNode" presStyleCnt="0"/>
      <dgm:spPr/>
    </dgm:pt>
    <dgm:pt modelId="{74BE0278-6A1B-4DE7-B809-C33AC3A5281F}" type="pres">
      <dgm:prSet presAssocID="{D727B79B-14ED-41A2-9930-602132C9450C}" presName="dummyConnPt" presStyleCnt="0"/>
      <dgm:spPr/>
    </dgm:pt>
    <dgm:pt modelId="{68EC3226-8552-450B-8EC1-3D48ACBCFEFB}" type="pres">
      <dgm:prSet presAssocID="{D727B79B-14ED-41A2-9930-602132C9450C}" presName="node" presStyleLbl="node1" presStyleIdx="0" presStyleCnt="9">
        <dgm:presLayoutVars>
          <dgm:bulletEnabled val="1"/>
        </dgm:presLayoutVars>
      </dgm:prSet>
      <dgm:spPr/>
    </dgm:pt>
    <dgm:pt modelId="{9FD241F9-BED1-4982-9437-EFA2776E336A}" type="pres">
      <dgm:prSet presAssocID="{D01CE9E7-BB93-4A60-BDE7-E3795525A679}" presName="sibTrans" presStyleLbl="bgSibTrans2D1" presStyleIdx="0" presStyleCnt="8"/>
      <dgm:spPr/>
    </dgm:pt>
    <dgm:pt modelId="{1E809F05-6496-4CCF-8D32-AACEE73490A5}" type="pres">
      <dgm:prSet presAssocID="{2D893BD1-264D-458F-8C06-7FF1D65E0869}" presName="compNode" presStyleCnt="0"/>
      <dgm:spPr/>
    </dgm:pt>
    <dgm:pt modelId="{7CCB8BE2-711B-4947-B10A-671FCE4E37B9}" type="pres">
      <dgm:prSet presAssocID="{2D893BD1-264D-458F-8C06-7FF1D65E0869}" presName="dummyConnPt" presStyleCnt="0"/>
      <dgm:spPr/>
    </dgm:pt>
    <dgm:pt modelId="{DB917628-611C-4705-9272-A5A15BEE1E1A}" type="pres">
      <dgm:prSet presAssocID="{2D893BD1-264D-458F-8C06-7FF1D65E0869}" presName="node" presStyleLbl="node1" presStyleIdx="1" presStyleCnt="9">
        <dgm:presLayoutVars>
          <dgm:bulletEnabled val="1"/>
        </dgm:presLayoutVars>
      </dgm:prSet>
      <dgm:spPr/>
    </dgm:pt>
    <dgm:pt modelId="{079902C9-14B7-40CC-A705-F7064FB75E85}" type="pres">
      <dgm:prSet presAssocID="{8EFEDF18-B4EF-4B1B-912E-1F96EA4F6043}" presName="sibTrans" presStyleLbl="bgSibTrans2D1" presStyleIdx="1" presStyleCnt="8"/>
      <dgm:spPr/>
    </dgm:pt>
    <dgm:pt modelId="{367747D2-6DC6-4D16-951D-DBF14B799348}" type="pres">
      <dgm:prSet presAssocID="{A4A25C18-0C9C-4F47-B003-C24599A3DD74}" presName="compNode" presStyleCnt="0"/>
      <dgm:spPr/>
    </dgm:pt>
    <dgm:pt modelId="{E746EAE3-C678-441C-889B-C32F8A5AD364}" type="pres">
      <dgm:prSet presAssocID="{A4A25C18-0C9C-4F47-B003-C24599A3DD74}" presName="dummyConnPt" presStyleCnt="0"/>
      <dgm:spPr/>
    </dgm:pt>
    <dgm:pt modelId="{7A94DEFA-2A8F-4A5F-9E52-B4C581FC6C3F}" type="pres">
      <dgm:prSet presAssocID="{A4A25C18-0C9C-4F47-B003-C24599A3DD74}" presName="node" presStyleLbl="node1" presStyleIdx="2" presStyleCnt="9">
        <dgm:presLayoutVars>
          <dgm:bulletEnabled val="1"/>
        </dgm:presLayoutVars>
      </dgm:prSet>
      <dgm:spPr/>
    </dgm:pt>
    <dgm:pt modelId="{EA776798-5697-418E-BA77-4C692AEACAB6}" type="pres">
      <dgm:prSet presAssocID="{A4B75C70-96C5-40DA-8BE1-9685695432E4}" presName="sibTrans" presStyleLbl="bgSibTrans2D1" presStyleIdx="2" presStyleCnt="8"/>
      <dgm:spPr/>
    </dgm:pt>
    <dgm:pt modelId="{794198C6-730D-483B-BEB2-06AF53B6C4F3}" type="pres">
      <dgm:prSet presAssocID="{0E368EA6-8302-41CA-873B-8DDD0AC7B5A3}" presName="compNode" presStyleCnt="0"/>
      <dgm:spPr/>
    </dgm:pt>
    <dgm:pt modelId="{C7CA6C0A-7443-40A5-A646-AC9346A1ECDD}" type="pres">
      <dgm:prSet presAssocID="{0E368EA6-8302-41CA-873B-8DDD0AC7B5A3}" presName="dummyConnPt" presStyleCnt="0"/>
      <dgm:spPr/>
    </dgm:pt>
    <dgm:pt modelId="{1B74CB2C-291C-4B77-BE0B-23485749336A}" type="pres">
      <dgm:prSet presAssocID="{0E368EA6-8302-41CA-873B-8DDD0AC7B5A3}" presName="node" presStyleLbl="node1" presStyleIdx="3" presStyleCnt="9">
        <dgm:presLayoutVars>
          <dgm:bulletEnabled val="1"/>
        </dgm:presLayoutVars>
      </dgm:prSet>
      <dgm:spPr/>
    </dgm:pt>
    <dgm:pt modelId="{7115E0AF-348C-419E-ACC9-B7EC267AD61F}" type="pres">
      <dgm:prSet presAssocID="{7B10D932-269E-4493-BAC4-8881FAA49138}" presName="sibTrans" presStyleLbl="bgSibTrans2D1" presStyleIdx="3" presStyleCnt="8"/>
      <dgm:spPr/>
    </dgm:pt>
    <dgm:pt modelId="{0F92CA52-14AF-438E-AA84-FCF35992104C}" type="pres">
      <dgm:prSet presAssocID="{018F9C9B-6ED7-4471-88D4-28E5BDB2CDC1}" presName="compNode" presStyleCnt="0"/>
      <dgm:spPr/>
    </dgm:pt>
    <dgm:pt modelId="{6C54F98F-B305-4263-8335-A706A38EABEF}" type="pres">
      <dgm:prSet presAssocID="{018F9C9B-6ED7-4471-88D4-28E5BDB2CDC1}" presName="dummyConnPt" presStyleCnt="0"/>
      <dgm:spPr/>
    </dgm:pt>
    <dgm:pt modelId="{4B014445-7A92-4732-B65E-C9CCFF57F302}" type="pres">
      <dgm:prSet presAssocID="{018F9C9B-6ED7-4471-88D4-28E5BDB2CDC1}" presName="node" presStyleLbl="node1" presStyleIdx="4" presStyleCnt="9">
        <dgm:presLayoutVars>
          <dgm:bulletEnabled val="1"/>
        </dgm:presLayoutVars>
      </dgm:prSet>
      <dgm:spPr/>
    </dgm:pt>
    <dgm:pt modelId="{67C3CD14-5E9E-4365-B64A-6371B312D02E}" type="pres">
      <dgm:prSet presAssocID="{37BA9C63-BFA6-405A-A0B0-6636F48A5A33}" presName="sibTrans" presStyleLbl="bgSibTrans2D1" presStyleIdx="4" presStyleCnt="8"/>
      <dgm:spPr/>
    </dgm:pt>
    <dgm:pt modelId="{F6E434D6-686E-4FE4-A892-EC16495BA5BD}" type="pres">
      <dgm:prSet presAssocID="{8F24D67C-F466-4DE0-A92E-7FB3592EEFC5}" presName="compNode" presStyleCnt="0"/>
      <dgm:spPr/>
    </dgm:pt>
    <dgm:pt modelId="{BFEF0A62-52A9-4078-BAA2-6EEEDD2C5A94}" type="pres">
      <dgm:prSet presAssocID="{8F24D67C-F466-4DE0-A92E-7FB3592EEFC5}" presName="dummyConnPt" presStyleCnt="0"/>
      <dgm:spPr/>
    </dgm:pt>
    <dgm:pt modelId="{D879D3B0-CEFE-462A-A56D-11AD8A16CDDF}" type="pres">
      <dgm:prSet presAssocID="{8F24D67C-F466-4DE0-A92E-7FB3592EEFC5}" presName="node" presStyleLbl="node1" presStyleIdx="5" presStyleCnt="9">
        <dgm:presLayoutVars>
          <dgm:bulletEnabled val="1"/>
        </dgm:presLayoutVars>
      </dgm:prSet>
      <dgm:spPr/>
    </dgm:pt>
    <dgm:pt modelId="{FB9B79C6-F984-4E42-964E-F2D4DBC4A796}" type="pres">
      <dgm:prSet presAssocID="{B4345496-CF0D-4186-B5EF-F11C15F1ECF1}" presName="sibTrans" presStyleLbl="bgSibTrans2D1" presStyleIdx="5" presStyleCnt="8"/>
      <dgm:spPr/>
    </dgm:pt>
    <dgm:pt modelId="{DFF89607-B762-4EC4-81AE-89624758A314}" type="pres">
      <dgm:prSet presAssocID="{E306ADEB-289E-4FF4-9424-E2C5CE7E0919}" presName="compNode" presStyleCnt="0"/>
      <dgm:spPr/>
    </dgm:pt>
    <dgm:pt modelId="{49783D06-D965-4152-B211-AD18D9C93CAE}" type="pres">
      <dgm:prSet presAssocID="{E306ADEB-289E-4FF4-9424-E2C5CE7E0919}" presName="dummyConnPt" presStyleCnt="0"/>
      <dgm:spPr/>
    </dgm:pt>
    <dgm:pt modelId="{406975F4-EF4B-4700-BB22-2888BB0EEFF6}" type="pres">
      <dgm:prSet presAssocID="{E306ADEB-289E-4FF4-9424-E2C5CE7E0919}" presName="node" presStyleLbl="node1" presStyleIdx="6" presStyleCnt="9">
        <dgm:presLayoutVars>
          <dgm:bulletEnabled val="1"/>
        </dgm:presLayoutVars>
      </dgm:prSet>
      <dgm:spPr/>
    </dgm:pt>
    <dgm:pt modelId="{615A11BF-A4C4-4183-884B-B513F08E1433}" type="pres">
      <dgm:prSet presAssocID="{3ED719D4-D64D-4032-B058-B6F0FD0CF771}" presName="sibTrans" presStyleLbl="bgSibTrans2D1" presStyleIdx="6" presStyleCnt="8"/>
      <dgm:spPr/>
    </dgm:pt>
    <dgm:pt modelId="{E540EB29-14D7-4C04-A150-95BDBCAACF15}" type="pres">
      <dgm:prSet presAssocID="{DFDDBF72-C3D3-4BF0-BC73-A07B9C42452B}" presName="compNode" presStyleCnt="0"/>
      <dgm:spPr/>
    </dgm:pt>
    <dgm:pt modelId="{56A3BEA5-CD8B-4850-BFA8-4D3C57DA0723}" type="pres">
      <dgm:prSet presAssocID="{DFDDBF72-C3D3-4BF0-BC73-A07B9C42452B}" presName="dummyConnPt" presStyleCnt="0"/>
      <dgm:spPr/>
    </dgm:pt>
    <dgm:pt modelId="{6930EF35-E205-43EF-8A7E-1579998165B1}" type="pres">
      <dgm:prSet presAssocID="{DFDDBF72-C3D3-4BF0-BC73-A07B9C42452B}" presName="node" presStyleLbl="node1" presStyleIdx="7" presStyleCnt="9">
        <dgm:presLayoutVars>
          <dgm:bulletEnabled val="1"/>
        </dgm:presLayoutVars>
      </dgm:prSet>
      <dgm:spPr/>
    </dgm:pt>
    <dgm:pt modelId="{A7BED3D8-2462-4672-9B5F-75D5D77CFA14}" type="pres">
      <dgm:prSet presAssocID="{B87F378F-24A4-44C6-9FB0-ACC467D49F63}" presName="sibTrans" presStyleLbl="bgSibTrans2D1" presStyleIdx="7" presStyleCnt="8"/>
      <dgm:spPr/>
    </dgm:pt>
    <dgm:pt modelId="{EFF07018-D9EE-4E7C-A9ED-529F35F7D959}" type="pres">
      <dgm:prSet presAssocID="{63311888-AD80-44AF-8ED0-106957028115}" presName="compNode" presStyleCnt="0"/>
      <dgm:spPr/>
    </dgm:pt>
    <dgm:pt modelId="{DBC18AD9-1515-4206-8AA3-9B0542058324}" type="pres">
      <dgm:prSet presAssocID="{63311888-AD80-44AF-8ED0-106957028115}" presName="dummyConnPt" presStyleCnt="0"/>
      <dgm:spPr/>
    </dgm:pt>
    <dgm:pt modelId="{B092B824-066E-4022-A63B-CE65B967A397}" type="pres">
      <dgm:prSet presAssocID="{63311888-AD80-44AF-8ED0-106957028115}" presName="node" presStyleLbl="node1" presStyleIdx="8" presStyleCnt="9">
        <dgm:presLayoutVars>
          <dgm:bulletEnabled val="1"/>
        </dgm:presLayoutVars>
      </dgm:prSet>
      <dgm:spPr/>
    </dgm:pt>
  </dgm:ptLst>
  <dgm:cxnLst>
    <dgm:cxn modelId="{B341BB02-9784-418E-8998-9B1D04DBF49C}" type="presOf" srcId="{8EFEDF18-B4EF-4B1B-912E-1F96EA4F6043}" destId="{079902C9-14B7-40CC-A705-F7064FB75E85}" srcOrd="0" destOrd="0" presId="urn:microsoft.com/office/officeart/2005/8/layout/bProcess4"/>
    <dgm:cxn modelId="{68346407-7F62-453B-86EC-4E8DEF5B4453}" srcId="{4FA60493-F706-4722-8B20-0DEC3AC98EF7}" destId="{E306ADEB-289E-4FF4-9424-E2C5CE7E0919}" srcOrd="6" destOrd="0" parTransId="{8AB61D75-0B5D-4DCD-9913-DBBA521BE68B}" sibTransId="{3ED719D4-D64D-4032-B058-B6F0FD0CF771}"/>
    <dgm:cxn modelId="{D489970C-586C-4CCC-80A3-D1D697BA94D3}" type="presOf" srcId="{4FA60493-F706-4722-8B20-0DEC3AC98EF7}" destId="{5704D457-B56A-44A1-9D7C-637928B6C371}" srcOrd="0" destOrd="0" presId="urn:microsoft.com/office/officeart/2005/8/layout/bProcess4"/>
    <dgm:cxn modelId="{36D54612-ACBB-421B-B45D-C1A418D52CA5}" type="presOf" srcId="{E306ADEB-289E-4FF4-9424-E2C5CE7E0919}" destId="{406975F4-EF4B-4700-BB22-2888BB0EEFF6}" srcOrd="0" destOrd="0" presId="urn:microsoft.com/office/officeart/2005/8/layout/bProcess4"/>
    <dgm:cxn modelId="{D2EF811A-ECF4-4E56-994C-DA7F684D0198}" type="presOf" srcId="{A4A25C18-0C9C-4F47-B003-C24599A3DD74}" destId="{7A94DEFA-2A8F-4A5F-9E52-B4C581FC6C3F}" srcOrd="0" destOrd="0" presId="urn:microsoft.com/office/officeart/2005/8/layout/bProcess4"/>
    <dgm:cxn modelId="{BB36BF28-C792-4D8E-A180-945DE6954748}" type="presOf" srcId="{A4B75C70-96C5-40DA-8BE1-9685695432E4}" destId="{EA776798-5697-418E-BA77-4C692AEACAB6}" srcOrd="0" destOrd="0" presId="urn:microsoft.com/office/officeart/2005/8/layout/bProcess4"/>
    <dgm:cxn modelId="{74739934-BCAA-4664-9524-2F3B2A977B0F}" type="presOf" srcId="{D01CE9E7-BB93-4A60-BDE7-E3795525A679}" destId="{9FD241F9-BED1-4982-9437-EFA2776E336A}" srcOrd="0" destOrd="0" presId="urn:microsoft.com/office/officeart/2005/8/layout/bProcess4"/>
    <dgm:cxn modelId="{4FF87143-010A-4FF9-8DDE-0CC0648AE4F5}" type="presOf" srcId="{D727B79B-14ED-41A2-9930-602132C9450C}" destId="{68EC3226-8552-450B-8EC1-3D48ACBCFEFB}" srcOrd="0" destOrd="0" presId="urn:microsoft.com/office/officeart/2005/8/layout/bProcess4"/>
    <dgm:cxn modelId="{40968D63-FCB3-4EF8-9BCA-1DD7BACCE3E5}" type="presOf" srcId="{37BA9C63-BFA6-405A-A0B0-6636F48A5A33}" destId="{67C3CD14-5E9E-4365-B64A-6371B312D02E}" srcOrd="0" destOrd="0" presId="urn:microsoft.com/office/officeart/2005/8/layout/bProcess4"/>
    <dgm:cxn modelId="{EE92B445-8BEC-4413-BCA3-5D22BBAE6587}" type="presOf" srcId="{018F9C9B-6ED7-4471-88D4-28E5BDB2CDC1}" destId="{4B014445-7A92-4732-B65E-C9CCFF57F302}" srcOrd="0" destOrd="0" presId="urn:microsoft.com/office/officeart/2005/8/layout/bProcess4"/>
    <dgm:cxn modelId="{2F94C365-78BD-419A-B02B-55B6955E8F14}" type="presOf" srcId="{B87F378F-24A4-44C6-9FB0-ACC467D49F63}" destId="{A7BED3D8-2462-4672-9B5F-75D5D77CFA14}" srcOrd="0" destOrd="0" presId="urn:microsoft.com/office/officeart/2005/8/layout/bProcess4"/>
    <dgm:cxn modelId="{7A938946-5A73-4A7D-A1C1-51C749C751D7}" srcId="{4FA60493-F706-4722-8B20-0DEC3AC98EF7}" destId="{0E368EA6-8302-41CA-873B-8DDD0AC7B5A3}" srcOrd="3" destOrd="0" parTransId="{C34D733D-C3F5-47DE-BC65-BF15292117D6}" sibTransId="{7B10D932-269E-4493-BAC4-8881FAA49138}"/>
    <dgm:cxn modelId="{C829D968-E667-49F6-B8B8-2BD3F525791E}" srcId="{4FA60493-F706-4722-8B20-0DEC3AC98EF7}" destId="{2D893BD1-264D-458F-8C06-7FF1D65E0869}" srcOrd="1" destOrd="0" parTransId="{F1CA5DAB-B880-4496-BDD9-04262BA6BFEE}" sibTransId="{8EFEDF18-B4EF-4B1B-912E-1F96EA4F6043}"/>
    <dgm:cxn modelId="{E0C59E58-6B63-49AB-9F5B-793A5A776672}" srcId="{4FA60493-F706-4722-8B20-0DEC3AC98EF7}" destId="{DFDDBF72-C3D3-4BF0-BC73-A07B9C42452B}" srcOrd="7" destOrd="0" parTransId="{FC3F64B2-68B5-4538-93ED-BBEB6C5464AF}" sibTransId="{B87F378F-24A4-44C6-9FB0-ACC467D49F63}"/>
    <dgm:cxn modelId="{C6E0879B-F613-47A2-A20B-7B727B865516}" srcId="{4FA60493-F706-4722-8B20-0DEC3AC98EF7}" destId="{018F9C9B-6ED7-4471-88D4-28E5BDB2CDC1}" srcOrd="4" destOrd="0" parTransId="{2C3E2F6E-49C5-4246-862F-7A0DA262735D}" sibTransId="{37BA9C63-BFA6-405A-A0B0-6636F48A5A33}"/>
    <dgm:cxn modelId="{08016E9F-6CFB-45C0-8C74-1CA564E0075C}" type="presOf" srcId="{7B10D932-269E-4493-BAC4-8881FAA49138}" destId="{7115E0AF-348C-419E-ACC9-B7EC267AD61F}" srcOrd="0" destOrd="0" presId="urn:microsoft.com/office/officeart/2005/8/layout/bProcess4"/>
    <dgm:cxn modelId="{E35413A3-6A66-4322-8065-0FA270F79E55}" srcId="{4FA60493-F706-4722-8B20-0DEC3AC98EF7}" destId="{63311888-AD80-44AF-8ED0-106957028115}" srcOrd="8" destOrd="0" parTransId="{2E02AA58-A771-43EF-9026-FFD0FFD927F5}" sibTransId="{A1D3285F-B5DB-4DBA-B49F-CA9BE88A1969}"/>
    <dgm:cxn modelId="{37571CAA-146F-470C-BB86-D2FE51178BB6}" type="presOf" srcId="{B4345496-CF0D-4186-B5EF-F11C15F1ECF1}" destId="{FB9B79C6-F984-4E42-964E-F2D4DBC4A796}" srcOrd="0" destOrd="0" presId="urn:microsoft.com/office/officeart/2005/8/layout/bProcess4"/>
    <dgm:cxn modelId="{8A37A3B3-3C1B-4318-AE94-B60CDAE0F0FE}" type="presOf" srcId="{3ED719D4-D64D-4032-B058-B6F0FD0CF771}" destId="{615A11BF-A4C4-4183-884B-B513F08E1433}" srcOrd="0" destOrd="0" presId="urn:microsoft.com/office/officeart/2005/8/layout/bProcess4"/>
    <dgm:cxn modelId="{35E161D7-2CC1-41F8-9A0D-BBF52B9488BA}" type="presOf" srcId="{63311888-AD80-44AF-8ED0-106957028115}" destId="{B092B824-066E-4022-A63B-CE65B967A397}" srcOrd="0" destOrd="0" presId="urn:microsoft.com/office/officeart/2005/8/layout/bProcess4"/>
    <dgm:cxn modelId="{37516ED9-4F8D-4672-A5B1-FBCB75A7F334}" type="presOf" srcId="{DFDDBF72-C3D3-4BF0-BC73-A07B9C42452B}" destId="{6930EF35-E205-43EF-8A7E-1579998165B1}" srcOrd="0" destOrd="0" presId="urn:microsoft.com/office/officeart/2005/8/layout/bProcess4"/>
    <dgm:cxn modelId="{48889AE1-9658-46F6-A569-22D6429DC2C0}" type="presOf" srcId="{2D893BD1-264D-458F-8C06-7FF1D65E0869}" destId="{DB917628-611C-4705-9272-A5A15BEE1E1A}" srcOrd="0" destOrd="0" presId="urn:microsoft.com/office/officeart/2005/8/layout/bProcess4"/>
    <dgm:cxn modelId="{67B34BE3-3BDE-407A-A5CE-17030ECA2BFB}" srcId="{4FA60493-F706-4722-8B20-0DEC3AC98EF7}" destId="{D727B79B-14ED-41A2-9930-602132C9450C}" srcOrd="0" destOrd="0" parTransId="{918FBC41-4015-45A2-A5A3-445972E037E3}" sibTransId="{D01CE9E7-BB93-4A60-BDE7-E3795525A679}"/>
    <dgm:cxn modelId="{791F41E6-41B7-4971-AC95-283CDA126324}" srcId="{4FA60493-F706-4722-8B20-0DEC3AC98EF7}" destId="{8F24D67C-F466-4DE0-A92E-7FB3592EEFC5}" srcOrd="5" destOrd="0" parTransId="{308C8C19-1064-4CA4-BA96-23EE637BD9A4}" sibTransId="{B4345496-CF0D-4186-B5EF-F11C15F1ECF1}"/>
    <dgm:cxn modelId="{4030FDEC-DC39-46A1-B156-9BCFF09CE1B1}" srcId="{4FA60493-F706-4722-8B20-0DEC3AC98EF7}" destId="{A4A25C18-0C9C-4F47-B003-C24599A3DD74}" srcOrd="2" destOrd="0" parTransId="{40DECB59-1E75-4482-AD56-216D088E4D70}" sibTransId="{A4B75C70-96C5-40DA-8BE1-9685695432E4}"/>
    <dgm:cxn modelId="{3707D8EF-E601-48F4-955E-21FB848134E5}" type="presOf" srcId="{0E368EA6-8302-41CA-873B-8DDD0AC7B5A3}" destId="{1B74CB2C-291C-4B77-BE0B-23485749336A}" srcOrd="0" destOrd="0" presId="urn:microsoft.com/office/officeart/2005/8/layout/bProcess4"/>
    <dgm:cxn modelId="{145114F4-3E62-4DB6-8A7B-E9046F1E2808}" type="presOf" srcId="{8F24D67C-F466-4DE0-A92E-7FB3592EEFC5}" destId="{D879D3B0-CEFE-462A-A56D-11AD8A16CDDF}" srcOrd="0" destOrd="0" presId="urn:microsoft.com/office/officeart/2005/8/layout/bProcess4"/>
    <dgm:cxn modelId="{1AE391BE-FE18-4E92-A0AF-8D7C8B1A80CD}" type="presParOf" srcId="{5704D457-B56A-44A1-9D7C-637928B6C371}" destId="{8EC6731D-30F7-4A70-B3FF-12BF53CD1415}" srcOrd="0" destOrd="0" presId="urn:microsoft.com/office/officeart/2005/8/layout/bProcess4"/>
    <dgm:cxn modelId="{89805414-BA20-44A8-B1CA-D8D89B59D1BE}" type="presParOf" srcId="{8EC6731D-30F7-4A70-B3FF-12BF53CD1415}" destId="{74BE0278-6A1B-4DE7-B809-C33AC3A5281F}" srcOrd="0" destOrd="0" presId="urn:microsoft.com/office/officeart/2005/8/layout/bProcess4"/>
    <dgm:cxn modelId="{6101080F-D961-4B91-985F-833D92A6270E}" type="presParOf" srcId="{8EC6731D-30F7-4A70-B3FF-12BF53CD1415}" destId="{68EC3226-8552-450B-8EC1-3D48ACBCFEFB}" srcOrd="1" destOrd="0" presId="urn:microsoft.com/office/officeart/2005/8/layout/bProcess4"/>
    <dgm:cxn modelId="{2B332BED-1D28-4E33-8082-D6527D86FA35}" type="presParOf" srcId="{5704D457-B56A-44A1-9D7C-637928B6C371}" destId="{9FD241F9-BED1-4982-9437-EFA2776E336A}" srcOrd="1" destOrd="0" presId="urn:microsoft.com/office/officeart/2005/8/layout/bProcess4"/>
    <dgm:cxn modelId="{5D4D00F1-10A2-4CB4-B630-B5CB7C62A76A}" type="presParOf" srcId="{5704D457-B56A-44A1-9D7C-637928B6C371}" destId="{1E809F05-6496-4CCF-8D32-AACEE73490A5}" srcOrd="2" destOrd="0" presId="urn:microsoft.com/office/officeart/2005/8/layout/bProcess4"/>
    <dgm:cxn modelId="{AF741EFA-055D-4083-AB58-93FE4F796FBF}" type="presParOf" srcId="{1E809F05-6496-4CCF-8D32-AACEE73490A5}" destId="{7CCB8BE2-711B-4947-B10A-671FCE4E37B9}" srcOrd="0" destOrd="0" presId="urn:microsoft.com/office/officeart/2005/8/layout/bProcess4"/>
    <dgm:cxn modelId="{75C81C01-913E-45F9-8804-837FBC97DB45}" type="presParOf" srcId="{1E809F05-6496-4CCF-8D32-AACEE73490A5}" destId="{DB917628-611C-4705-9272-A5A15BEE1E1A}" srcOrd="1" destOrd="0" presId="urn:microsoft.com/office/officeart/2005/8/layout/bProcess4"/>
    <dgm:cxn modelId="{72ABC1B7-B1BD-40F0-85CF-335D516765E7}" type="presParOf" srcId="{5704D457-B56A-44A1-9D7C-637928B6C371}" destId="{079902C9-14B7-40CC-A705-F7064FB75E85}" srcOrd="3" destOrd="0" presId="urn:microsoft.com/office/officeart/2005/8/layout/bProcess4"/>
    <dgm:cxn modelId="{BE9D4622-FEF1-45C0-A000-AA32F5E5472A}" type="presParOf" srcId="{5704D457-B56A-44A1-9D7C-637928B6C371}" destId="{367747D2-6DC6-4D16-951D-DBF14B799348}" srcOrd="4" destOrd="0" presId="urn:microsoft.com/office/officeart/2005/8/layout/bProcess4"/>
    <dgm:cxn modelId="{E6D87C2B-D965-4C79-8484-3CDBF89D9034}" type="presParOf" srcId="{367747D2-6DC6-4D16-951D-DBF14B799348}" destId="{E746EAE3-C678-441C-889B-C32F8A5AD364}" srcOrd="0" destOrd="0" presId="urn:microsoft.com/office/officeart/2005/8/layout/bProcess4"/>
    <dgm:cxn modelId="{2E2D77A7-13FA-4D13-A93A-76864BAFEA43}" type="presParOf" srcId="{367747D2-6DC6-4D16-951D-DBF14B799348}" destId="{7A94DEFA-2A8F-4A5F-9E52-B4C581FC6C3F}" srcOrd="1" destOrd="0" presId="urn:microsoft.com/office/officeart/2005/8/layout/bProcess4"/>
    <dgm:cxn modelId="{A02E9A9F-BD4D-4B39-9F23-A8FB3319FA78}" type="presParOf" srcId="{5704D457-B56A-44A1-9D7C-637928B6C371}" destId="{EA776798-5697-418E-BA77-4C692AEACAB6}" srcOrd="5" destOrd="0" presId="urn:microsoft.com/office/officeart/2005/8/layout/bProcess4"/>
    <dgm:cxn modelId="{A91D3033-A933-4B70-AB3F-D75D1C7712F2}" type="presParOf" srcId="{5704D457-B56A-44A1-9D7C-637928B6C371}" destId="{794198C6-730D-483B-BEB2-06AF53B6C4F3}" srcOrd="6" destOrd="0" presId="urn:microsoft.com/office/officeart/2005/8/layout/bProcess4"/>
    <dgm:cxn modelId="{1C2AAAFB-0EE9-46D1-8924-28CA96D9D3AE}" type="presParOf" srcId="{794198C6-730D-483B-BEB2-06AF53B6C4F3}" destId="{C7CA6C0A-7443-40A5-A646-AC9346A1ECDD}" srcOrd="0" destOrd="0" presId="urn:microsoft.com/office/officeart/2005/8/layout/bProcess4"/>
    <dgm:cxn modelId="{7D6F0DF4-7D7F-4755-BC31-7EFA0EEB3C49}" type="presParOf" srcId="{794198C6-730D-483B-BEB2-06AF53B6C4F3}" destId="{1B74CB2C-291C-4B77-BE0B-23485749336A}" srcOrd="1" destOrd="0" presId="urn:microsoft.com/office/officeart/2005/8/layout/bProcess4"/>
    <dgm:cxn modelId="{A46C07D9-CB24-46A0-A622-49DA032B4C0E}" type="presParOf" srcId="{5704D457-B56A-44A1-9D7C-637928B6C371}" destId="{7115E0AF-348C-419E-ACC9-B7EC267AD61F}" srcOrd="7" destOrd="0" presId="urn:microsoft.com/office/officeart/2005/8/layout/bProcess4"/>
    <dgm:cxn modelId="{E06F2F43-0255-4DA3-888A-1090E6EE7981}" type="presParOf" srcId="{5704D457-B56A-44A1-9D7C-637928B6C371}" destId="{0F92CA52-14AF-438E-AA84-FCF35992104C}" srcOrd="8" destOrd="0" presId="urn:microsoft.com/office/officeart/2005/8/layout/bProcess4"/>
    <dgm:cxn modelId="{CBD5A4B3-3ABC-405B-B75F-E1E3D314EDD3}" type="presParOf" srcId="{0F92CA52-14AF-438E-AA84-FCF35992104C}" destId="{6C54F98F-B305-4263-8335-A706A38EABEF}" srcOrd="0" destOrd="0" presId="urn:microsoft.com/office/officeart/2005/8/layout/bProcess4"/>
    <dgm:cxn modelId="{2AC5742F-DE7E-4AD8-B06B-84B4BB7AA685}" type="presParOf" srcId="{0F92CA52-14AF-438E-AA84-FCF35992104C}" destId="{4B014445-7A92-4732-B65E-C9CCFF57F302}" srcOrd="1" destOrd="0" presId="urn:microsoft.com/office/officeart/2005/8/layout/bProcess4"/>
    <dgm:cxn modelId="{6945F9F2-CB05-4A87-905A-636A349BDBB1}" type="presParOf" srcId="{5704D457-B56A-44A1-9D7C-637928B6C371}" destId="{67C3CD14-5E9E-4365-B64A-6371B312D02E}" srcOrd="9" destOrd="0" presId="urn:microsoft.com/office/officeart/2005/8/layout/bProcess4"/>
    <dgm:cxn modelId="{0C1BAA9C-8216-4AE8-9B86-A1982D172038}" type="presParOf" srcId="{5704D457-B56A-44A1-9D7C-637928B6C371}" destId="{F6E434D6-686E-4FE4-A892-EC16495BA5BD}" srcOrd="10" destOrd="0" presId="urn:microsoft.com/office/officeart/2005/8/layout/bProcess4"/>
    <dgm:cxn modelId="{6C81698B-A1F5-4D37-9672-479B990607D8}" type="presParOf" srcId="{F6E434D6-686E-4FE4-A892-EC16495BA5BD}" destId="{BFEF0A62-52A9-4078-BAA2-6EEEDD2C5A94}" srcOrd="0" destOrd="0" presId="urn:microsoft.com/office/officeart/2005/8/layout/bProcess4"/>
    <dgm:cxn modelId="{8FBBE365-9D9D-4082-93F7-402F3DF36AFE}" type="presParOf" srcId="{F6E434D6-686E-4FE4-A892-EC16495BA5BD}" destId="{D879D3B0-CEFE-462A-A56D-11AD8A16CDDF}" srcOrd="1" destOrd="0" presId="urn:microsoft.com/office/officeart/2005/8/layout/bProcess4"/>
    <dgm:cxn modelId="{2A1CF713-5A21-4684-96B1-AA275E26E918}" type="presParOf" srcId="{5704D457-B56A-44A1-9D7C-637928B6C371}" destId="{FB9B79C6-F984-4E42-964E-F2D4DBC4A796}" srcOrd="11" destOrd="0" presId="urn:microsoft.com/office/officeart/2005/8/layout/bProcess4"/>
    <dgm:cxn modelId="{FD23F887-C1CB-4193-892E-21E93BA45CB2}" type="presParOf" srcId="{5704D457-B56A-44A1-9D7C-637928B6C371}" destId="{DFF89607-B762-4EC4-81AE-89624758A314}" srcOrd="12" destOrd="0" presId="urn:microsoft.com/office/officeart/2005/8/layout/bProcess4"/>
    <dgm:cxn modelId="{B8B33E11-31E8-40AC-A67A-0C1C8162C503}" type="presParOf" srcId="{DFF89607-B762-4EC4-81AE-89624758A314}" destId="{49783D06-D965-4152-B211-AD18D9C93CAE}" srcOrd="0" destOrd="0" presId="urn:microsoft.com/office/officeart/2005/8/layout/bProcess4"/>
    <dgm:cxn modelId="{7CE92B48-DA0A-4264-80EE-06B4DEB45A13}" type="presParOf" srcId="{DFF89607-B762-4EC4-81AE-89624758A314}" destId="{406975F4-EF4B-4700-BB22-2888BB0EEFF6}" srcOrd="1" destOrd="0" presId="urn:microsoft.com/office/officeart/2005/8/layout/bProcess4"/>
    <dgm:cxn modelId="{B962B0DF-4447-43B3-8A86-4B3EB0E04518}" type="presParOf" srcId="{5704D457-B56A-44A1-9D7C-637928B6C371}" destId="{615A11BF-A4C4-4183-884B-B513F08E1433}" srcOrd="13" destOrd="0" presId="urn:microsoft.com/office/officeart/2005/8/layout/bProcess4"/>
    <dgm:cxn modelId="{7F80B3E1-8CD4-480E-AD12-7BBE37E86A00}" type="presParOf" srcId="{5704D457-B56A-44A1-9D7C-637928B6C371}" destId="{E540EB29-14D7-4C04-A150-95BDBCAACF15}" srcOrd="14" destOrd="0" presId="urn:microsoft.com/office/officeart/2005/8/layout/bProcess4"/>
    <dgm:cxn modelId="{85C1F7C4-AF09-4CA9-86AA-CF8119C32BE3}" type="presParOf" srcId="{E540EB29-14D7-4C04-A150-95BDBCAACF15}" destId="{56A3BEA5-CD8B-4850-BFA8-4D3C57DA0723}" srcOrd="0" destOrd="0" presId="urn:microsoft.com/office/officeart/2005/8/layout/bProcess4"/>
    <dgm:cxn modelId="{CA94D1E9-DF6E-4DB0-B213-D90C55582D67}" type="presParOf" srcId="{E540EB29-14D7-4C04-A150-95BDBCAACF15}" destId="{6930EF35-E205-43EF-8A7E-1579998165B1}" srcOrd="1" destOrd="0" presId="urn:microsoft.com/office/officeart/2005/8/layout/bProcess4"/>
    <dgm:cxn modelId="{64250013-047B-4B53-8052-B3D92B2FF70C}" type="presParOf" srcId="{5704D457-B56A-44A1-9D7C-637928B6C371}" destId="{A7BED3D8-2462-4672-9B5F-75D5D77CFA14}" srcOrd="15" destOrd="0" presId="urn:microsoft.com/office/officeart/2005/8/layout/bProcess4"/>
    <dgm:cxn modelId="{B2BF52CF-8C0A-488B-BB05-914A05C7F5D9}" type="presParOf" srcId="{5704D457-B56A-44A1-9D7C-637928B6C371}" destId="{EFF07018-D9EE-4E7C-A9ED-529F35F7D959}" srcOrd="16" destOrd="0" presId="urn:microsoft.com/office/officeart/2005/8/layout/bProcess4"/>
    <dgm:cxn modelId="{A32AEAB2-65C0-41ED-ADFF-97FF1EAB1E3E}" type="presParOf" srcId="{EFF07018-D9EE-4E7C-A9ED-529F35F7D959}" destId="{DBC18AD9-1515-4206-8AA3-9B0542058324}" srcOrd="0" destOrd="0" presId="urn:microsoft.com/office/officeart/2005/8/layout/bProcess4"/>
    <dgm:cxn modelId="{8A444AF0-1525-46C1-8EBB-5415DC797910}" type="presParOf" srcId="{EFF07018-D9EE-4E7C-A9ED-529F35F7D959}" destId="{B092B824-066E-4022-A63B-CE65B967A397}"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7140EF-51A8-4E62-807B-9CD611ED9BFA}" type="doc">
      <dgm:prSet loTypeId="urn:microsoft.com/office/officeart/2005/8/layout/bProcess4" loCatId="process" qsTypeId="urn:microsoft.com/office/officeart/2005/8/quickstyle/simple5" qsCatId="simple" csTypeId="urn:microsoft.com/office/officeart/2005/8/colors/accent0_3" csCatId="mainScheme" phldr="1"/>
      <dgm:spPr/>
      <dgm:t>
        <a:bodyPr/>
        <a:lstStyle/>
        <a:p>
          <a:endParaRPr lang="en-US"/>
        </a:p>
      </dgm:t>
    </dgm:pt>
    <dgm:pt modelId="{1927FC23-6F1D-4F8F-8AFC-5EE553F5C60E}">
      <dgm:prSet phldrT="[Text]" custT="1"/>
      <dgm:spPr/>
      <dgm:t>
        <a:bodyPr/>
        <a:lstStyle/>
        <a:p>
          <a:r>
            <a:rPr lang="en-US" sz="1600" dirty="0"/>
            <a:t>Detect Nodes and Text within them</a:t>
          </a:r>
        </a:p>
      </dgm:t>
    </dgm:pt>
    <dgm:pt modelId="{5EA3F6BE-BC00-471A-A903-75E968D30AC8}" type="parTrans" cxnId="{F9F86A62-D716-4D8A-9FC2-A78513E50C74}">
      <dgm:prSet/>
      <dgm:spPr/>
      <dgm:t>
        <a:bodyPr/>
        <a:lstStyle/>
        <a:p>
          <a:endParaRPr lang="en-US"/>
        </a:p>
      </dgm:t>
    </dgm:pt>
    <dgm:pt modelId="{E0BD43A7-AE2D-4ACB-9B9C-30E4FBC10915}" type="sibTrans" cxnId="{F9F86A62-D716-4D8A-9FC2-A78513E50C74}">
      <dgm:prSet/>
      <dgm:spPr/>
      <dgm:t>
        <a:bodyPr/>
        <a:lstStyle/>
        <a:p>
          <a:endParaRPr lang="en-US"/>
        </a:p>
      </dgm:t>
    </dgm:pt>
    <dgm:pt modelId="{79F1D80E-BC92-496D-B4C0-30987F336C3A}">
      <dgm:prSet phldrT="[Text]" custT="1"/>
      <dgm:spPr/>
      <dgm:t>
        <a:bodyPr/>
        <a:lstStyle/>
        <a:p>
          <a:r>
            <a:rPr lang="en-US" sz="1600" dirty="0"/>
            <a:t>Extract bounding boxes corresponding to texts outside circle</a:t>
          </a:r>
        </a:p>
      </dgm:t>
    </dgm:pt>
    <dgm:pt modelId="{38B33DD1-3A41-46F0-BB6B-C5E6B190DEA4}" type="parTrans" cxnId="{3AFECC2B-45F0-4161-9741-C29B9B59D21C}">
      <dgm:prSet/>
      <dgm:spPr/>
      <dgm:t>
        <a:bodyPr/>
        <a:lstStyle/>
        <a:p>
          <a:endParaRPr lang="en-US"/>
        </a:p>
      </dgm:t>
    </dgm:pt>
    <dgm:pt modelId="{59CE875D-9FFD-4438-886A-60ED87E9D41D}" type="sibTrans" cxnId="{3AFECC2B-45F0-4161-9741-C29B9B59D21C}">
      <dgm:prSet/>
      <dgm:spPr/>
      <dgm:t>
        <a:bodyPr/>
        <a:lstStyle/>
        <a:p>
          <a:endParaRPr lang="en-US"/>
        </a:p>
      </dgm:t>
    </dgm:pt>
    <dgm:pt modelId="{DE9072AF-9EE0-44DD-901E-36830CD27A0B}">
      <dgm:prSet phldrT="[Text]" custT="1"/>
      <dgm:spPr/>
      <dgm:t>
        <a:bodyPr/>
        <a:lstStyle/>
        <a:p>
          <a:r>
            <a:rPr lang="en-US" sz="1600" dirty="0"/>
            <a:t>Detect blobs (endpoints of arrows)</a:t>
          </a:r>
        </a:p>
      </dgm:t>
    </dgm:pt>
    <dgm:pt modelId="{EA9EE728-AAD7-4AA7-A757-6988340D48A3}" type="parTrans" cxnId="{1786CD14-42C9-4B11-9870-72E7C145866E}">
      <dgm:prSet/>
      <dgm:spPr/>
      <dgm:t>
        <a:bodyPr/>
        <a:lstStyle/>
        <a:p>
          <a:endParaRPr lang="en-US"/>
        </a:p>
      </dgm:t>
    </dgm:pt>
    <dgm:pt modelId="{1AFCE346-400F-4207-9589-AD0FED9103E8}" type="sibTrans" cxnId="{1786CD14-42C9-4B11-9870-72E7C145866E}">
      <dgm:prSet/>
      <dgm:spPr/>
      <dgm:t>
        <a:bodyPr/>
        <a:lstStyle/>
        <a:p>
          <a:endParaRPr lang="en-US"/>
        </a:p>
      </dgm:t>
    </dgm:pt>
    <dgm:pt modelId="{997A0DA6-2AEA-4513-95F9-432F50888AA3}">
      <dgm:prSet phldrT="[Text]" custT="1"/>
      <dgm:spPr/>
      <dgm:t>
        <a:bodyPr/>
        <a:lstStyle/>
        <a:p>
          <a:r>
            <a:rPr lang="en-US" sz="1600" dirty="0"/>
            <a:t>Detect transitions/ lines/arrows from image.</a:t>
          </a:r>
        </a:p>
      </dgm:t>
    </dgm:pt>
    <dgm:pt modelId="{676AFA5A-2111-4B90-9E69-10B04F667793}" type="parTrans" cxnId="{FC994625-3584-481F-84E5-68301DCD5E67}">
      <dgm:prSet/>
      <dgm:spPr/>
      <dgm:t>
        <a:bodyPr/>
        <a:lstStyle/>
        <a:p>
          <a:endParaRPr lang="en-US"/>
        </a:p>
      </dgm:t>
    </dgm:pt>
    <dgm:pt modelId="{515B328C-9932-4972-80F5-5A1CE1DF58A5}" type="sibTrans" cxnId="{FC994625-3584-481F-84E5-68301DCD5E67}">
      <dgm:prSet/>
      <dgm:spPr/>
      <dgm:t>
        <a:bodyPr/>
        <a:lstStyle/>
        <a:p>
          <a:endParaRPr lang="en-US"/>
        </a:p>
      </dgm:t>
    </dgm:pt>
    <dgm:pt modelId="{7F85268C-D8CC-4827-9901-95DFF2B36AA8}">
      <dgm:prSet phldrT="[Text]" custT="1"/>
      <dgm:spPr/>
      <dgm:t>
        <a:bodyPr/>
        <a:lstStyle/>
        <a:p>
          <a:r>
            <a:rPr lang="en-US" sz="1600" dirty="0"/>
            <a:t>Associate each blob with closest line.</a:t>
          </a:r>
        </a:p>
      </dgm:t>
    </dgm:pt>
    <dgm:pt modelId="{572DF53C-41A9-40C0-8E29-8147DEEFBA09}" type="parTrans" cxnId="{A1652CE4-3E52-472C-B10C-94122CBE1E29}">
      <dgm:prSet/>
      <dgm:spPr/>
      <dgm:t>
        <a:bodyPr/>
        <a:lstStyle/>
        <a:p>
          <a:endParaRPr lang="en-US"/>
        </a:p>
      </dgm:t>
    </dgm:pt>
    <dgm:pt modelId="{75E2AE84-104A-4FF2-A40C-7D3ACCB9B3A6}" type="sibTrans" cxnId="{A1652CE4-3E52-472C-B10C-94122CBE1E29}">
      <dgm:prSet/>
      <dgm:spPr/>
      <dgm:t>
        <a:bodyPr/>
        <a:lstStyle/>
        <a:p>
          <a:endParaRPr lang="en-US"/>
        </a:p>
      </dgm:t>
    </dgm:pt>
    <dgm:pt modelId="{DB57DD1D-11F3-4684-94ED-FC296DE76672}">
      <dgm:prSet phldrT="[Text]" custT="1"/>
      <dgm:spPr/>
      <dgm:t>
        <a:bodyPr/>
        <a:lstStyle/>
        <a:p>
          <a:r>
            <a:rPr lang="en-US" sz="1600"/>
            <a:t>Associate each line with closest text box</a:t>
          </a:r>
          <a:endParaRPr lang="en-US" sz="1600" dirty="0"/>
        </a:p>
      </dgm:t>
    </dgm:pt>
    <dgm:pt modelId="{9A43157C-B210-49A0-BD91-E00849AE542D}" type="parTrans" cxnId="{A9C65CC2-963E-4D5D-989D-B0948F61AD86}">
      <dgm:prSet/>
      <dgm:spPr/>
      <dgm:t>
        <a:bodyPr/>
        <a:lstStyle/>
        <a:p>
          <a:endParaRPr lang="en-US"/>
        </a:p>
      </dgm:t>
    </dgm:pt>
    <dgm:pt modelId="{335730DE-1714-4D44-AAC4-0DF4D3097A6A}" type="sibTrans" cxnId="{A9C65CC2-963E-4D5D-989D-B0948F61AD86}">
      <dgm:prSet/>
      <dgm:spPr/>
      <dgm:t>
        <a:bodyPr/>
        <a:lstStyle/>
        <a:p>
          <a:endParaRPr lang="en-US"/>
        </a:p>
      </dgm:t>
    </dgm:pt>
    <dgm:pt modelId="{4120E391-8215-498B-8958-61B23BD1B057}">
      <dgm:prSet phldrT="[Text]" custT="1"/>
      <dgm:spPr/>
      <dgm:t>
        <a:bodyPr/>
        <a:lstStyle/>
        <a:p>
          <a:r>
            <a:rPr lang="en-US" sz="1600" dirty="0"/>
            <a:t>Merge lines which are associated with same text box</a:t>
          </a:r>
        </a:p>
      </dgm:t>
    </dgm:pt>
    <dgm:pt modelId="{5C4546AE-C5C5-4831-8E54-ABD562B29142}" type="parTrans" cxnId="{FAA09CF9-321A-4E28-A87E-5CAA4D6818BD}">
      <dgm:prSet/>
      <dgm:spPr/>
      <dgm:t>
        <a:bodyPr/>
        <a:lstStyle/>
        <a:p>
          <a:endParaRPr lang="en-US"/>
        </a:p>
      </dgm:t>
    </dgm:pt>
    <dgm:pt modelId="{5A42F14F-56EB-4665-B048-40A9AAF95A08}" type="sibTrans" cxnId="{FAA09CF9-321A-4E28-A87E-5CAA4D6818BD}">
      <dgm:prSet/>
      <dgm:spPr/>
      <dgm:t>
        <a:bodyPr/>
        <a:lstStyle/>
        <a:p>
          <a:endParaRPr lang="en-US"/>
        </a:p>
      </dgm:t>
    </dgm:pt>
    <dgm:pt modelId="{05C476EA-012A-4C30-8052-C620AC14CE76}">
      <dgm:prSet phldrT="[Text]" custT="1"/>
      <dgm:spPr/>
      <dgm:t>
        <a:bodyPr/>
        <a:lstStyle/>
        <a:p>
          <a:r>
            <a:rPr lang="en-US" sz="1600" dirty="0"/>
            <a:t>Associate each transition with closest node.</a:t>
          </a:r>
        </a:p>
      </dgm:t>
    </dgm:pt>
    <dgm:pt modelId="{DD265AF3-BB06-4667-A2BD-7DE47A21FCB5}" type="parTrans" cxnId="{99E736AB-12AC-46E0-B1BC-FB4C9B702D07}">
      <dgm:prSet/>
      <dgm:spPr/>
      <dgm:t>
        <a:bodyPr/>
        <a:lstStyle/>
        <a:p>
          <a:endParaRPr lang="en-US"/>
        </a:p>
      </dgm:t>
    </dgm:pt>
    <dgm:pt modelId="{BCE6F4E2-08F1-4302-9B72-BB908527C495}" type="sibTrans" cxnId="{99E736AB-12AC-46E0-B1BC-FB4C9B702D07}">
      <dgm:prSet/>
      <dgm:spPr/>
      <dgm:t>
        <a:bodyPr/>
        <a:lstStyle/>
        <a:p>
          <a:endParaRPr lang="en-US"/>
        </a:p>
      </dgm:t>
    </dgm:pt>
    <dgm:pt modelId="{E2DB0BFA-1C4D-42D4-AF88-60A618B5838F}">
      <dgm:prSet phldrT="[Text]" custT="1"/>
      <dgm:spPr/>
      <dgm:t>
        <a:bodyPr/>
        <a:lstStyle/>
        <a:p>
          <a:r>
            <a:rPr lang="en-US" sz="1600" dirty="0"/>
            <a:t>Find combination of Nodes, blobs, transitions and textbox associated with arrow.</a:t>
          </a:r>
        </a:p>
      </dgm:t>
    </dgm:pt>
    <dgm:pt modelId="{C36A1DBF-3B0F-4969-A4E7-0B36BCA23CFC}" type="sibTrans" cxnId="{920B4CF5-C2D8-4AC1-A017-4968F91BCFD7}">
      <dgm:prSet/>
      <dgm:spPr/>
      <dgm:t>
        <a:bodyPr/>
        <a:lstStyle/>
        <a:p>
          <a:endParaRPr lang="en-US"/>
        </a:p>
      </dgm:t>
    </dgm:pt>
    <dgm:pt modelId="{C820B372-17D5-48EA-82BC-7BE35E2E8FF9}" type="parTrans" cxnId="{920B4CF5-C2D8-4AC1-A017-4968F91BCFD7}">
      <dgm:prSet/>
      <dgm:spPr/>
      <dgm:t>
        <a:bodyPr/>
        <a:lstStyle/>
        <a:p>
          <a:endParaRPr lang="en-US"/>
        </a:p>
      </dgm:t>
    </dgm:pt>
    <dgm:pt modelId="{91FF1CC0-F548-4EBB-BCEE-E615B0C66623}" type="pres">
      <dgm:prSet presAssocID="{2A7140EF-51A8-4E62-807B-9CD611ED9BFA}" presName="Name0" presStyleCnt="0">
        <dgm:presLayoutVars>
          <dgm:dir/>
          <dgm:resizeHandles/>
        </dgm:presLayoutVars>
      </dgm:prSet>
      <dgm:spPr/>
    </dgm:pt>
    <dgm:pt modelId="{F48A8795-A213-4A43-AF68-BD42508E1B99}" type="pres">
      <dgm:prSet presAssocID="{1927FC23-6F1D-4F8F-8AFC-5EE553F5C60E}" presName="compNode" presStyleCnt="0"/>
      <dgm:spPr/>
    </dgm:pt>
    <dgm:pt modelId="{A25B6502-B0FB-44E5-B694-AE161EF6B8AD}" type="pres">
      <dgm:prSet presAssocID="{1927FC23-6F1D-4F8F-8AFC-5EE553F5C60E}" presName="dummyConnPt" presStyleCnt="0"/>
      <dgm:spPr/>
    </dgm:pt>
    <dgm:pt modelId="{9BF7481C-1C2C-4E6E-A0AC-52DBD1720E3B}" type="pres">
      <dgm:prSet presAssocID="{1927FC23-6F1D-4F8F-8AFC-5EE553F5C60E}" presName="node" presStyleLbl="node1" presStyleIdx="0" presStyleCnt="9">
        <dgm:presLayoutVars>
          <dgm:bulletEnabled val="1"/>
        </dgm:presLayoutVars>
      </dgm:prSet>
      <dgm:spPr/>
    </dgm:pt>
    <dgm:pt modelId="{3533FEEC-0A6F-4DD2-8399-CA27613FA9A4}" type="pres">
      <dgm:prSet presAssocID="{E0BD43A7-AE2D-4ACB-9B9C-30E4FBC10915}" presName="sibTrans" presStyleLbl="bgSibTrans2D1" presStyleIdx="0" presStyleCnt="8"/>
      <dgm:spPr/>
    </dgm:pt>
    <dgm:pt modelId="{E1862B0C-A589-4AB2-B5DD-9103C6A496D6}" type="pres">
      <dgm:prSet presAssocID="{79F1D80E-BC92-496D-B4C0-30987F336C3A}" presName="compNode" presStyleCnt="0"/>
      <dgm:spPr/>
    </dgm:pt>
    <dgm:pt modelId="{DF376628-EF02-4949-BFE1-63036430B327}" type="pres">
      <dgm:prSet presAssocID="{79F1D80E-BC92-496D-B4C0-30987F336C3A}" presName="dummyConnPt" presStyleCnt="0"/>
      <dgm:spPr/>
    </dgm:pt>
    <dgm:pt modelId="{F452EEC4-01F1-46EC-8802-7FB135680983}" type="pres">
      <dgm:prSet presAssocID="{79F1D80E-BC92-496D-B4C0-30987F336C3A}" presName="node" presStyleLbl="node1" presStyleIdx="1" presStyleCnt="9">
        <dgm:presLayoutVars>
          <dgm:bulletEnabled val="1"/>
        </dgm:presLayoutVars>
      </dgm:prSet>
      <dgm:spPr/>
    </dgm:pt>
    <dgm:pt modelId="{312486EE-3492-4026-BADD-3FD9B1486364}" type="pres">
      <dgm:prSet presAssocID="{59CE875D-9FFD-4438-886A-60ED87E9D41D}" presName="sibTrans" presStyleLbl="bgSibTrans2D1" presStyleIdx="1" presStyleCnt="8"/>
      <dgm:spPr/>
    </dgm:pt>
    <dgm:pt modelId="{70A0CCE9-C708-466A-A095-19F31630A198}" type="pres">
      <dgm:prSet presAssocID="{DE9072AF-9EE0-44DD-901E-36830CD27A0B}" presName="compNode" presStyleCnt="0"/>
      <dgm:spPr/>
    </dgm:pt>
    <dgm:pt modelId="{D1236C37-E982-4024-A36C-D321C584F2D6}" type="pres">
      <dgm:prSet presAssocID="{DE9072AF-9EE0-44DD-901E-36830CD27A0B}" presName="dummyConnPt" presStyleCnt="0"/>
      <dgm:spPr/>
    </dgm:pt>
    <dgm:pt modelId="{6A83BEFD-4B2A-4AAF-B221-311DC5F3FF5F}" type="pres">
      <dgm:prSet presAssocID="{DE9072AF-9EE0-44DD-901E-36830CD27A0B}" presName="node" presStyleLbl="node1" presStyleIdx="2" presStyleCnt="9">
        <dgm:presLayoutVars>
          <dgm:bulletEnabled val="1"/>
        </dgm:presLayoutVars>
      </dgm:prSet>
      <dgm:spPr/>
    </dgm:pt>
    <dgm:pt modelId="{45C1670E-7E28-4438-85EB-31CA6CB6A1C8}" type="pres">
      <dgm:prSet presAssocID="{1AFCE346-400F-4207-9589-AD0FED9103E8}" presName="sibTrans" presStyleLbl="bgSibTrans2D1" presStyleIdx="2" presStyleCnt="8"/>
      <dgm:spPr/>
    </dgm:pt>
    <dgm:pt modelId="{3F904DB4-F115-4034-AC82-1E2F9A564918}" type="pres">
      <dgm:prSet presAssocID="{997A0DA6-2AEA-4513-95F9-432F50888AA3}" presName="compNode" presStyleCnt="0"/>
      <dgm:spPr/>
    </dgm:pt>
    <dgm:pt modelId="{2054F689-5288-4A0B-A248-879CCB78F5A1}" type="pres">
      <dgm:prSet presAssocID="{997A0DA6-2AEA-4513-95F9-432F50888AA3}" presName="dummyConnPt" presStyleCnt="0"/>
      <dgm:spPr/>
    </dgm:pt>
    <dgm:pt modelId="{99C2EA13-3992-41A1-9AD9-F4E9B562A69C}" type="pres">
      <dgm:prSet presAssocID="{997A0DA6-2AEA-4513-95F9-432F50888AA3}" presName="node" presStyleLbl="node1" presStyleIdx="3" presStyleCnt="9">
        <dgm:presLayoutVars>
          <dgm:bulletEnabled val="1"/>
        </dgm:presLayoutVars>
      </dgm:prSet>
      <dgm:spPr/>
    </dgm:pt>
    <dgm:pt modelId="{0C6CCBE0-64DF-45EA-8BAA-4F3C86CB7F63}" type="pres">
      <dgm:prSet presAssocID="{515B328C-9932-4972-80F5-5A1CE1DF58A5}" presName="sibTrans" presStyleLbl="bgSibTrans2D1" presStyleIdx="3" presStyleCnt="8"/>
      <dgm:spPr/>
    </dgm:pt>
    <dgm:pt modelId="{E21C5109-845D-4419-9B04-C5E75F8AF526}" type="pres">
      <dgm:prSet presAssocID="{7F85268C-D8CC-4827-9901-95DFF2B36AA8}" presName="compNode" presStyleCnt="0"/>
      <dgm:spPr/>
    </dgm:pt>
    <dgm:pt modelId="{54AA63E3-3BA4-48EB-A5C4-DBA618268D4F}" type="pres">
      <dgm:prSet presAssocID="{7F85268C-D8CC-4827-9901-95DFF2B36AA8}" presName="dummyConnPt" presStyleCnt="0"/>
      <dgm:spPr/>
    </dgm:pt>
    <dgm:pt modelId="{84F8AFCC-7894-4D25-B265-A7D7F729CF03}" type="pres">
      <dgm:prSet presAssocID="{7F85268C-D8CC-4827-9901-95DFF2B36AA8}" presName="node" presStyleLbl="node1" presStyleIdx="4" presStyleCnt="9">
        <dgm:presLayoutVars>
          <dgm:bulletEnabled val="1"/>
        </dgm:presLayoutVars>
      </dgm:prSet>
      <dgm:spPr/>
    </dgm:pt>
    <dgm:pt modelId="{3994B9DA-9BAD-4BB9-8819-082C6642D00F}" type="pres">
      <dgm:prSet presAssocID="{75E2AE84-104A-4FF2-A40C-7D3ACCB9B3A6}" presName="sibTrans" presStyleLbl="bgSibTrans2D1" presStyleIdx="4" presStyleCnt="8"/>
      <dgm:spPr/>
    </dgm:pt>
    <dgm:pt modelId="{083B5711-DF69-4D01-AE25-2790ED31D897}" type="pres">
      <dgm:prSet presAssocID="{DB57DD1D-11F3-4684-94ED-FC296DE76672}" presName="compNode" presStyleCnt="0"/>
      <dgm:spPr/>
    </dgm:pt>
    <dgm:pt modelId="{2FFC7C21-36B6-4E08-B5DB-7A9B4FB9A156}" type="pres">
      <dgm:prSet presAssocID="{DB57DD1D-11F3-4684-94ED-FC296DE76672}" presName="dummyConnPt" presStyleCnt="0"/>
      <dgm:spPr/>
    </dgm:pt>
    <dgm:pt modelId="{0DD1D341-5AAA-4A50-A379-45D3288686B1}" type="pres">
      <dgm:prSet presAssocID="{DB57DD1D-11F3-4684-94ED-FC296DE76672}" presName="node" presStyleLbl="node1" presStyleIdx="5" presStyleCnt="9">
        <dgm:presLayoutVars>
          <dgm:bulletEnabled val="1"/>
        </dgm:presLayoutVars>
      </dgm:prSet>
      <dgm:spPr/>
    </dgm:pt>
    <dgm:pt modelId="{047A97C3-8D47-4352-9088-3428AE00C3BE}" type="pres">
      <dgm:prSet presAssocID="{335730DE-1714-4D44-AAC4-0DF4D3097A6A}" presName="sibTrans" presStyleLbl="bgSibTrans2D1" presStyleIdx="5" presStyleCnt="8"/>
      <dgm:spPr/>
    </dgm:pt>
    <dgm:pt modelId="{55D047D1-0F94-4FE6-B9E1-BDD06E63678B}" type="pres">
      <dgm:prSet presAssocID="{4120E391-8215-498B-8958-61B23BD1B057}" presName="compNode" presStyleCnt="0"/>
      <dgm:spPr/>
    </dgm:pt>
    <dgm:pt modelId="{520DE247-9B44-466F-9DCE-C3C2AB8FB9CA}" type="pres">
      <dgm:prSet presAssocID="{4120E391-8215-498B-8958-61B23BD1B057}" presName="dummyConnPt" presStyleCnt="0"/>
      <dgm:spPr/>
    </dgm:pt>
    <dgm:pt modelId="{977FBF65-DEE9-41F2-83A9-70DF137DC56F}" type="pres">
      <dgm:prSet presAssocID="{4120E391-8215-498B-8958-61B23BD1B057}" presName="node" presStyleLbl="node1" presStyleIdx="6" presStyleCnt="9">
        <dgm:presLayoutVars>
          <dgm:bulletEnabled val="1"/>
        </dgm:presLayoutVars>
      </dgm:prSet>
      <dgm:spPr/>
    </dgm:pt>
    <dgm:pt modelId="{7228F362-4211-490E-80CB-9089EF161B04}" type="pres">
      <dgm:prSet presAssocID="{5A42F14F-56EB-4665-B048-40A9AAF95A08}" presName="sibTrans" presStyleLbl="bgSibTrans2D1" presStyleIdx="6" presStyleCnt="8"/>
      <dgm:spPr/>
    </dgm:pt>
    <dgm:pt modelId="{62E58CC3-F86C-48D7-A405-F76CCBE76608}" type="pres">
      <dgm:prSet presAssocID="{05C476EA-012A-4C30-8052-C620AC14CE76}" presName="compNode" presStyleCnt="0"/>
      <dgm:spPr/>
    </dgm:pt>
    <dgm:pt modelId="{815A559B-216A-4BB7-BADC-60699D98224A}" type="pres">
      <dgm:prSet presAssocID="{05C476EA-012A-4C30-8052-C620AC14CE76}" presName="dummyConnPt" presStyleCnt="0"/>
      <dgm:spPr/>
    </dgm:pt>
    <dgm:pt modelId="{6539F0F6-6679-4B6A-8B37-41F889F5D9BB}" type="pres">
      <dgm:prSet presAssocID="{05C476EA-012A-4C30-8052-C620AC14CE76}" presName="node" presStyleLbl="node1" presStyleIdx="7" presStyleCnt="9">
        <dgm:presLayoutVars>
          <dgm:bulletEnabled val="1"/>
        </dgm:presLayoutVars>
      </dgm:prSet>
      <dgm:spPr/>
    </dgm:pt>
    <dgm:pt modelId="{1A1D8154-4DB4-4041-B4AB-21DB919FD69C}" type="pres">
      <dgm:prSet presAssocID="{BCE6F4E2-08F1-4302-9B72-BB908527C495}" presName="sibTrans" presStyleLbl="bgSibTrans2D1" presStyleIdx="7" presStyleCnt="8"/>
      <dgm:spPr/>
    </dgm:pt>
    <dgm:pt modelId="{C50F7BFD-E525-415B-9779-1F3DB5417C3E}" type="pres">
      <dgm:prSet presAssocID="{E2DB0BFA-1C4D-42D4-AF88-60A618B5838F}" presName="compNode" presStyleCnt="0"/>
      <dgm:spPr/>
    </dgm:pt>
    <dgm:pt modelId="{DF6168DC-84E5-475D-89A6-0EB65D49F93C}" type="pres">
      <dgm:prSet presAssocID="{E2DB0BFA-1C4D-42D4-AF88-60A618B5838F}" presName="dummyConnPt" presStyleCnt="0"/>
      <dgm:spPr/>
    </dgm:pt>
    <dgm:pt modelId="{9AE3D675-12EC-4A9C-BFFC-31C28CA7F1A0}" type="pres">
      <dgm:prSet presAssocID="{E2DB0BFA-1C4D-42D4-AF88-60A618B5838F}" presName="node" presStyleLbl="node1" presStyleIdx="8" presStyleCnt="9">
        <dgm:presLayoutVars>
          <dgm:bulletEnabled val="1"/>
        </dgm:presLayoutVars>
      </dgm:prSet>
      <dgm:spPr/>
    </dgm:pt>
  </dgm:ptLst>
  <dgm:cxnLst>
    <dgm:cxn modelId="{C688270A-949C-4558-8349-481F0A46B6E4}" type="presOf" srcId="{997A0DA6-2AEA-4513-95F9-432F50888AA3}" destId="{99C2EA13-3992-41A1-9AD9-F4E9B562A69C}" srcOrd="0" destOrd="0" presId="urn:microsoft.com/office/officeart/2005/8/layout/bProcess4"/>
    <dgm:cxn modelId="{D98EC10D-67AC-49E1-ACC5-BBF886BC0BF2}" type="presOf" srcId="{5A42F14F-56EB-4665-B048-40A9AAF95A08}" destId="{7228F362-4211-490E-80CB-9089EF161B04}" srcOrd="0" destOrd="0" presId="urn:microsoft.com/office/officeart/2005/8/layout/bProcess4"/>
    <dgm:cxn modelId="{007B3511-747C-400C-BC14-4D6894F82AED}" type="presOf" srcId="{DB57DD1D-11F3-4684-94ED-FC296DE76672}" destId="{0DD1D341-5AAA-4A50-A379-45D3288686B1}" srcOrd="0" destOrd="0" presId="urn:microsoft.com/office/officeart/2005/8/layout/bProcess4"/>
    <dgm:cxn modelId="{E105B013-C0A3-4D95-AEA9-F7FE1524BB27}" type="presOf" srcId="{75E2AE84-104A-4FF2-A40C-7D3ACCB9B3A6}" destId="{3994B9DA-9BAD-4BB9-8819-082C6642D00F}" srcOrd="0" destOrd="0" presId="urn:microsoft.com/office/officeart/2005/8/layout/bProcess4"/>
    <dgm:cxn modelId="{1786CD14-42C9-4B11-9870-72E7C145866E}" srcId="{2A7140EF-51A8-4E62-807B-9CD611ED9BFA}" destId="{DE9072AF-9EE0-44DD-901E-36830CD27A0B}" srcOrd="2" destOrd="0" parTransId="{EA9EE728-AAD7-4AA7-A757-6988340D48A3}" sibTransId="{1AFCE346-400F-4207-9589-AD0FED9103E8}"/>
    <dgm:cxn modelId="{FC994625-3584-481F-84E5-68301DCD5E67}" srcId="{2A7140EF-51A8-4E62-807B-9CD611ED9BFA}" destId="{997A0DA6-2AEA-4513-95F9-432F50888AA3}" srcOrd="3" destOrd="0" parTransId="{676AFA5A-2111-4B90-9E69-10B04F667793}" sibTransId="{515B328C-9932-4972-80F5-5A1CE1DF58A5}"/>
    <dgm:cxn modelId="{9F47AF2B-B3F7-4701-81E0-85290E810B70}" type="presOf" srcId="{1927FC23-6F1D-4F8F-8AFC-5EE553F5C60E}" destId="{9BF7481C-1C2C-4E6E-A0AC-52DBD1720E3B}" srcOrd="0" destOrd="0" presId="urn:microsoft.com/office/officeart/2005/8/layout/bProcess4"/>
    <dgm:cxn modelId="{3AFECC2B-45F0-4161-9741-C29B9B59D21C}" srcId="{2A7140EF-51A8-4E62-807B-9CD611ED9BFA}" destId="{79F1D80E-BC92-496D-B4C0-30987F336C3A}" srcOrd="1" destOrd="0" parTransId="{38B33DD1-3A41-46F0-BB6B-C5E6B190DEA4}" sibTransId="{59CE875D-9FFD-4438-886A-60ED87E9D41D}"/>
    <dgm:cxn modelId="{269BF02C-EFDF-45F8-A4EB-7971EC0B8759}" type="presOf" srcId="{1AFCE346-400F-4207-9589-AD0FED9103E8}" destId="{45C1670E-7E28-4438-85EB-31CA6CB6A1C8}" srcOrd="0" destOrd="0" presId="urn:microsoft.com/office/officeart/2005/8/layout/bProcess4"/>
    <dgm:cxn modelId="{E1B2CF39-4ECB-47BE-BBAB-05E8983EF60F}" type="presOf" srcId="{05C476EA-012A-4C30-8052-C620AC14CE76}" destId="{6539F0F6-6679-4B6A-8B37-41F889F5D9BB}" srcOrd="0" destOrd="0" presId="urn:microsoft.com/office/officeart/2005/8/layout/bProcess4"/>
    <dgm:cxn modelId="{8682155E-C2F3-4B00-83FC-69C7218C0E66}" type="presOf" srcId="{DE9072AF-9EE0-44DD-901E-36830CD27A0B}" destId="{6A83BEFD-4B2A-4AAF-B221-311DC5F3FF5F}" srcOrd="0" destOrd="0" presId="urn:microsoft.com/office/officeart/2005/8/layout/bProcess4"/>
    <dgm:cxn modelId="{F9F86A62-D716-4D8A-9FC2-A78513E50C74}" srcId="{2A7140EF-51A8-4E62-807B-9CD611ED9BFA}" destId="{1927FC23-6F1D-4F8F-8AFC-5EE553F5C60E}" srcOrd="0" destOrd="0" parTransId="{5EA3F6BE-BC00-471A-A903-75E968D30AC8}" sibTransId="{E0BD43A7-AE2D-4ACB-9B9C-30E4FBC10915}"/>
    <dgm:cxn modelId="{9A11A746-C784-4154-8A1A-962BFDE48D83}" type="presOf" srcId="{515B328C-9932-4972-80F5-5A1CE1DF58A5}" destId="{0C6CCBE0-64DF-45EA-8BAA-4F3C86CB7F63}" srcOrd="0" destOrd="0" presId="urn:microsoft.com/office/officeart/2005/8/layout/bProcess4"/>
    <dgm:cxn modelId="{040AC349-6EF5-4E8C-BCDB-4897DE10241C}" type="presOf" srcId="{335730DE-1714-4D44-AAC4-0DF4D3097A6A}" destId="{047A97C3-8D47-4352-9088-3428AE00C3BE}" srcOrd="0" destOrd="0" presId="urn:microsoft.com/office/officeart/2005/8/layout/bProcess4"/>
    <dgm:cxn modelId="{C8B50A74-4BF9-4FE2-8968-8E5D6007C1DC}" type="presOf" srcId="{7F85268C-D8CC-4827-9901-95DFF2B36AA8}" destId="{84F8AFCC-7894-4D25-B265-A7D7F729CF03}" srcOrd="0" destOrd="0" presId="urn:microsoft.com/office/officeart/2005/8/layout/bProcess4"/>
    <dgm:cxn modelId="{8A791899-023B-4395-964B-AEF19A4863CF}" type="presOf" srcId="{E2DB0BFA-1C4D-42D4-AF88-60A618B5838F}" destId="{9AE3D675-12EC-4A9C-BFFC-31C28CA7F1A0}" srcOrd="0" destOrd="0" presId="urn:microsoft.com/office/officeart/2005/8/layout/bProcess4"/>
    <dgm:cxn modelId="{83A00C9E-D032-4B9C-B949-F877FD30FDD9}" type="presOf" srcId="{E0BD43A7-AE2D-4ACB-9B9C-30E4FBC10915}" destId="{3533FEEC-0A6F-4DD2-8399-CA27613FA9A4}" srcOrd="0" destOrd="0" presId="urn:microsoft.com/office/officeart/2005/8/layout/bProcess4"/>
    <dgm:cxn modelId="{5EAEA9A1-7335-4A15-8930-3A4266DE9206}" type="presOf" srcId="{2A7140EF-51A8-4E62-807B-9CD611ED9BFA}" destId="{91FF1CC0-F548-4EBB-BCEE-E615B0C66623}" srcOrd="0" destOrd="0" presId="urn:microsoft.com/office/officeart/2005/8/layout/bProcess4"/>
    <dgm:cxn modelId="{99E736AB-12AC-46E0-B1BC-FB4C9B702D07}" srcId="{2A7140EF-51A8-4E62-807B-9CD611ED9BFA}" destId="{05C476EA-012A-4C30-8052-C620AC14CE76}" srcOrd="7" destOrd="0" parTransId="{DD265AF3-BB06-4667-A2BD-7DE47A21FCB5}" sibTransId="{BCE6F4E2-08F1-4302-9B72-BB908527C495}"/>
    <dgm:cxn modelId="{860820BF-AA05-4D56-9B1E-69A30013A961}" type="presOf" srcId="{BCE6F4E2-08F1-4302-9B72-BB908527C495}" destId="{1A1D8154-4DB4-4041-B4AB-21DB919FD69C}" srcOrd="0" destOrd="0" presId="urn:microsoft.com/office/officeart/2005/8/layout/bProcess4"/>
    <dgm:cxn modelId="{A9C65CC2-963E-4D5D-989D-B0948F61AD86}" srcId="{2A7140EF-51A8-4E62-807B-9CD611ED9BFA}" destId="{DB57DD1D-11F3-4684-94ED-FC296DE76672}" srcOrd="5" destOrd="0" parTransId="{9A43157C-B210-49A0-BD91-E00849AE542D}" sibTransId="{335730DE-1714-4D44-AAC4-0DF4D3097A6A}"/>
    <dgm:cxn modelId="{49F6CFD2-D47B-424C-867B-E4E03AA14085}" type="presOf" srcId="{4120E391-8215-498B-8958-61B23BD1B057}" destId="{977FBF65-DEE9-41F2-83A9-70DF137DC56F}" srcOrd="0" destOrd="0" presId="urn:microsoft.com/office/officeart/2005/8/layout/bProcess4"/>
    <dgm:cxn modelId="{A1652CE4-3E52-472C-B10C-94122CBE1E29}" srcId="{2A7140EF-51A8-4E62-807B-9CD611ED9BFA}" destId="{7F85268C-D8CC-4827-9901-95DFF2B36AA8}" srcOrd="4" destOrd="0" parTransId="{572DF53C-41A9-40C0-8E29-8147DEEFBA09}" sibTransId="{75E2AE84-104A-4FF2-A40C-7D3ACCB9B3A6}"/>
    <dgm:cxn modelId="{195A5EF5-78BE-4D15-85CC-E412EF017F9B}" type="presOf" srcId="{79F1D80E-BC92-496D-B4C0-30987F336C3A}" destId="{F452EEC4-01F1-46EC-8802-7FB135680983}" srcOrd="0" destOrd="0" presId="urn:microsoft.com/office/officeart/2005/8/layout/bProcess4"/>
    <dgm:cxn modelId="{920B4CF5-C2D8-4AC1-A017-4968F91BCFD7}" srcId="{2A7140EF-51A8-4E62-807B-9CD611ED9BFA}" destId="{E2DB0BFA-1C4D-42D4-AF88-60A618B5838F}" srcOrd="8" destOrd="0" parTransId="{C820B372-17D5-48EA-82BC-7BE35E2E8FF9}" sibTransId="{C36A1DBF-3B0F-4969-A4E7-0B36BCA23CFC}"/>
    <dgm:cxn modelId="{3F3352F5-B886-42E6-92E2-2C234274DCA2}" type="presOf" srcId="{59CE875D-9FFD-4438-886A-60ED87E9D41D}" destId="{312486EE-3492-4026-BADD-3FD9B1486364}" srcOrd="0" destOrd="0" presId="urn:microsoft.com/office/officeart/2005/8/layout/bProcess4"/>
    <dgm:cxn modelId="{FAA09CF9-321A-4E28-A87E-5CAA4D6818BD}" srcId="{2A7140EF-51A8-4E62-807B-9CD611ED9BFA}" destId="{4120E391-8215-498B-8958-61B23BD1B057}" srcOrd="6" destOrd="0" parTransId="{5C4546AE-C5C5-4831-8E54-ABD562B29142}" sibTransId="{5A42F14F-56EB-4665-B048-40A9AAF95A08}"/>
    <dgm:cxn modelId="{FEEA3D1D-39FC-475B-B8E5-4AC6EC608362}" type="presParOf" srcId="{91FF1CC0-F548-4EBB-BCEE-E615B0C66623}" destId="{F48A8795-A213-4A43-AF68-BD42508E1B99}" srcOrd="0" destOrd="0" presId="urn:microsoft.com/office/officeart/2005/8/layout/bProcess4"/>
    <dgm:cxn modelId="{11783564-89D5-4CAF-97CA-741067D6510A}" type="presParOf" srcId="{F48A8795-A213-4A43-AF68-BD42508E1B99}" destId="{A25B6502-B0FB-44E5-B694-AE161EF6B8AD}" srcOrd="0" destOrd="0" presId="urn:microsoft.com/office/officeart/2005/8/layout/bProcess4"/>
    <dgm:cxn modelId="{81D5BA9E-0252-411F-8DCE-0AA857C51964}" type="presParOf" srcId="{F48A8795-A213-4A43-AF68-BD42508E1B99}" destId="{9BF7481C-1C2C-4E6E-A0AC-52DBD1720E3B}" srcOrd="1" destOrd="0" presId="urn:microsoft.com/office/officeart/2005/8/layout/bProcess4"/>
    <dgm:cxn modelId="{DA225D64-C7CA-4F50-8048-342E04C29AAA}" type="presParOf" srcId="{91FF1CC0-F548-4EBB-BCEE-E615B0C66623}" destId="{3533FEEC-0A6F-4DD2-8399-CA27613FA9A4}" srcOrd="1" destOrd="0" presId="urn:microsoft.com/office/officeart/2005/8/layout/bProcess4"/>
    <dgm:cxn modelId="{6C348904-0187-4C0E-AF6C-4632902E3A37}" type="presParOf" srcId="{91FF1CC0-F548-4EBB-BCEE-E615B0C66623}" destId="{E1862B0C-A589-4AB2-B5DD-9103C6A496D6}" srcOrd="2" destOrd="0" presId="urn:microsoft.com/office/officeart/2005/8/layout/bProcess4"/>
    <dgm:cxn modelId="{16D6B8EA-3ECB-40E8-AE1E-B482A734CA73}" type="presParOf" srcId="{E1862B0C-A589-4AB2-B5DD-9103C6A496D6}" destId="{DF376628-EF02-4949-BFE1-63036430B327}" srcOrd="0" destOrd="0" presId="urn:microsoft.com/office/officeart/2005/8/layout/bProcess4"/>
    <dgm:cxn modelId="{35D2852B-D65C-49E8-9C7A-8C41D3AC79A1}" type="presParOf" srcId="{E1862B0C-A589-4AB2-B5DD-9103C6A496D6}" destId="{F452EEC4-01F1-46EC-8802-7FB135680983}" srcOrd="1" destOrd="0" presId="urn:microsoft.com/office/officeart/2005/8/layout/bProcess4"/>
    <dgm:cxn modelId="{8F25BB01-F3BC-426F-930E-3232EC16EF4D}" type="presParOf" srcId="{91FF1CC0-F548-4EBB-BCEE-E615B0C66623}" destId="{312486EE-3492-4026-BADD-3FD9B1486364}" srcOrd="3" destOrd="0" presId="urn:microsoft.com/office/officeart/2005/8/layout/bProcess4"/>
    <dgm:cxn modelId="{E4BB4791-D478-4824-BCF6-E2637A31EA96}" type="presParOf" srcId="{91FF1CC0-F548-4EBB-BCEE-E615B0C66623}" destId="{70A0CCE9-C708-466A-A095-19F31630A198}" srcOrd="4" destOrd="0" presId="urn:microsoft.com/office/officeart/2005/8/layout/bProcess4"/>
    <dgm:cxn modelId="{7112B019-8953-4D0A-9274-9852D87A704E}" type="presParOf" srcId="{70A0CCE9-C708-466A-A095-19F31630A198}" destId="{D1236C37-E982-4024-A36C-D321C584F2D6}" srcOrd="0" destOrd="0" presId="urn:microsoft.com/office/officeart/2005/8/layout/bProcess4"/>
    <dgm:cxn modelId="{8BDB5AB4-4516-4B13-9CC7-206E5E93A8D3}" type="presParOf" srcId="{70A0CCE9-C708-466A-A095-19F31630A198}" destId="{6A83BEFD-4B2A-4AAF-B221-311DC5F3FF5F}" srcOrd="1" destOrd="0" presId="urn:microsoft.com/office/officeart/2005/8/layout/bProcess4"/>
    <dgm:cxn modelId="{F23B95A5-3BF4-4BDA-BB5D-DFE90D9A0661}" type="presParOf" srcId="{91FF1CC0-F548-4EBB-BCEE-E615B0C66623}" destId="{45C1670E-7E28-4438-85EB-31CA6CB6A1C8}" srcOrd="5" destOrd="0" presId="urn:microsoft.com/office/officeart/2005/8/layout/bProcess4"/>
    <dgm:cxn modelId="{E3068A97-1329-454F-B091-D17FC4ED095D}" type="presParOf" srcId="{91FF1CC0-F548-4EBB-BCEE-E615B0C66623}" destId="{3F904DB4-F115-4034-AC82-1E2F9A564918}" srcOrd="6" destOrd="0" presId="urn:microsoft.com/office/officeart/2005/8/layout/bProcess4"/>
    <dgm:cxn modelId="{D5117A0A-293F-4E61-AC8F-59B3DEB367F0}" type="presParOf" srcId="{3F904DB4-F115-4034-AC82-1E2F9A564918}" destId="{2054F689-5288-4A0B-A248-879CCB78F5A1}" srcOrd="0" destOrd="0" presId="urn:microsoft.com/office/officeart/2005/8/layout/bProcess4"/>
    <dgm:cxn modelId="{3C9E419E-E511-4965-A209-010B8BFF5DE5}" type="presParOf" srcId="{3F904DB4-F115-4034-AC82-1E2F9A564918}" destId="{99C2EA13-3992-41A1-9AD9-F4E9B562A69C}" srcOrd="1" destOrd="0" presId="urn:microsoft.com/office/officeart/2005/8/layout/bProcess4"/>
    <dgm:cxn modelId="{98257887-D9DA-4784-86F4-209C0A4E08EB}" type="presParOf" srcId="{91FF1CC0-F548-4EBB-BCEE-E615B0C66623}" destId="{0C6CCBE0-64DF-45EA-8BAA-4F3C86CB7F63}" srcOrd="7" destOrd="0" presId="urn:microsoft.com/office/officeart/2005/8/layout/bProcess4"/>
    <dgm:cxn modelId="{736F47F2-1B8B-4A2A-83FB-89DDBA85EBAD}" type="presParOf" srcId="{91FF1CC0-F548-4EBB-BCEE-E615B0C66623}" destId="{E21C5109-845D-4419-9B04-C5E75F8AF526}" srcOrd="8" destOrd="0" presId="urn:microsoft.com/office/officeart/2005/8/layout/bProcess4"/>
    <dgm:cxn modelId="{5B7E9648-DCF8-4CCB-9283-3BF34B159EBB}" type="presParOf" srcId="{E21C5109-845D-4419-9B04-C5E75F8AF526}" destId="{54AA63E3-3BA4-48EB-A5C4-DBA618268D4F}" srcOrd="0" destOrd="0" presId="urn:microsoft.com/office/officeart/2005/8/layout/bProcess4"/>
    <dgm:cxn modelId="{B19E2F42-489F-480D-99B0-43FAF59EEBFC}" type="presParOf" srcId="{E21C5109-845D-4419-9B04-C5E75F8AF526}" destId="{84F8AFCC-7894-4D25-B265-A7D7F729CF03}" srcOrd="1" destOrd="0" presId="urn:microsoft.com/office/officeart/2005/8/layout/bProcess4"/>
    <dgm:cxn modelId="{B0CE0D58-2977-4E61-8A9F-DC5C717BC338}" type="presParOf" srcId="{91FF1CC0-F548-4EBB-BCEE-E615B0C66623}" destId="{3994B9DA-9BAD-4BB9-8819-082C6642D00F}" srcOrd="9" destOrd="0" presId="urn:microsoft.com/office/officeart/2005/8/layout/bProcess4"/>
    <dgm:cxn modelId="{38204151-4E15-412D-BAE7-35B02F17487C}" type="presParOf" srcId="{91FF1CC0-F548-4EBB-BCEE-E615B0C66623}" destId="{083B5711-DF69-4D01-AE25-2790ED31D897}" srcOrd="10" destOrd="0" presId="urn:microsoft.com/office/officeart/2005/8/layout/bProcess4"/>
    <dgm:cxn modelId="{1F44EC7A-953B-4EEF-9413-E59944A7DC2A}" type="presParOf" srcId="{083B5711-DF69-4D01-AE25-2790ED31D897}" destId="{2FFC7C21-36B6-4E08-B5DB-7A9B4FB9A156}" srcOrd="0" destOrd="0" presId="urn:microsoft.com/office/officeart/2005/8/layout/bProcess4"/>
    <dgm:cxn modelId="{6EA54632-5AC6-4F5A-9177-D8E2063B3BA2}" type="presParOf" srcId="{083B5711-DF69-4D01-AE25-2790ED31D897}" destId="{0DD1D341-5AAA-4A50-A379-45D3288686B1}" srcOrd="1" destOrd="0" presId="urn:microsoft.com/office/officeart/2005/8/layout/bProcess4"/>
    <dgm:cxn modelId="{5D9E61B0-3BD1-4E39-9B3D-3D0A16352600}" type="presParOf" srcId="{91FF1CC0-F548-4EBB-BCEE-E615B0C66623}" destId="{047A97C3-8D47-4352-9088-3428AE00C3BE}" srcOrd="11" destOrd="0" presId="urn:microsoft.com/office/officeart/2005/8/layout/bProcess4"/>
    <dgm:cxn modelId="{64B393C9-A8D1-464C-A362-1F4B95A9ABD9}" type="presParOf" srcId="{91FF1CC0-F548-4EBB-BCEE-E615B0C66623}" destId="{55D047D1-0F94-4FE6-B9E1-BDD06E63678B}" srcOrd="12" destOrd="0" presId="urn:microsoft.com/office/officeart/2005/8/layout/bProcess4"/>
    <dgm:cxn modelId="{DD0E325E-1A3C-4612-941F-D8A01DE8E432}" type="presParOf" srcId="{55D047D1-0F94-4FE6-B9E1-BDD06E63678B}" destId="{520DE247-9B44-466F-9DCE-C3C2AB8FB9CA}" srcOrd="0" destOrd="0" presId="urn:microsoft.com/office/officeart/2005/8/layout/bProcess4"/>
    <dgm:cxn modelId="{6F12FE4C-2D06-48C4-A895-21C1F7E0BE8F}" type="presParOf" srcId="{55D047D1-0F94-4FE6-B9E1-BDD06E63678B}" destId="{977FBF65-DEE9-41F2-83A9-70DF137DC56F}" srcOrd="1" destOrd="0" presId="urn:microsoft.com/office/officeart/2005/8/layout/bProcess4"/>
    <dgm:cxn modelId="{15480C91-3CB9-4635-9F61-CA0B7ABE7762}" type="presParOf" srcId="{91FF1CC0-F548-4EBB-BCEE-E615B0C66623}" destId="{7228F362-4211-490E-80CB-9089EF161B04}" srcOrd="13" destOrd="0" presId="urn:microsoft.com/office/officeart/2005/8/layout/bProcess4"/>
    <dgm:cxn modelId="{9FDD455E-9D06-41D1-895D-F50D0A8790DA}" type="presParOf" srcId="{91FF1CC0-F548-4EBB-BCEE-E615B0C66623}" destId="{62E58CC3-F86C-48D7-A405-F76CCBE76608}" srcOrd="14" destOrd="0" presId="urn:microsoft.com/office/officeart/2005/8/layout/bProcess4"/>
    <dgm:cxn modelId="{B0F01B3F-DDFB-4C39-A90B-95CB719A50CE}" type="presParOf" srcId="{62E58CC3-F86C-48D7-A405-F76CCBE76608}" destId="{815A559B-216A-4BB7-BADC-60699D98224A}" srcOrd="0" destOrd="0" presId="urn:microsoft.com/office/officeart/2005/8/layout/bProcess4"/>
    <dgm:cxn modelId="{EA23E119-7139-4DD0-A6C7-4D1428A1E2C3}" type="presParOf" srcId="{62E58CC3-F86C-48D7-A405-F76CCBE76608}" destId="{6539F0F6-6679-4B6A-8B37-41F889F5D9BB}" srcOrd="1" destOrd="0" presId="urn:microsoft.com/office/officeart/2005/8/layout/bProcess4"/>
    <dgm:cxn modelId="{00478D55-3FFB-4614-99E1-D60040A6AE2A}" type="presParOf" srcId="{91FF1CC0-F548-4EBB-BCEE-E615B0C66623}" destId="{1A1D8154-4DB4-4041-B4AB-21DB919FD69C}" srcOrd="15" destOrd="0" presId="urn:microsoft.com/office/officeart/2005/8/layout/bProcess4"/>
    <dgm:cxn modelId="{9F2790F0-203D-43B0-B5A4-867DC7C7E1E4}" type="presParOf" srcId="{91FF1CC0-F548-4EBB-BCEE-E615B0C66623}" destId="{C50F7BFD-E525-415B-9779-1F3DB5417C3E}" srcOrd="16" destOrd="0" presId="urn:microsoft.com/office/officeart/2005/8/layout/bProcess4"/>
    <dgm:cxn modelId="{4BE4D44E-AFAE-4B3E-834F-B21DD3614848}" type="presParOf" srcId="{C50F7BFD-E525-415B-9779-1F3DB5417C3E}" destId="{DF6168DC-84E5-475D-89A6-0EB65D49F93C}" srcOrd="0" destOrd="0" presId="urn:microsoft.com/office/officeart/2005/8/layout/bProcess4"/>
    <dgm:cxn modelId="{E09B8504-209F-4F14-8796-E14CD2E16CAF}" type="presParOf" srcId="{C50F7BFD-E525-415B-9779-1F3DB5417C3E}" destId="{9AE3D675-12EC-4A9C-BFFC-31C28CA7F1A0}"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FA60493-F706-4722-8B20-0DEC3AC98EF7}" type="doc">
      <dgm:prSet loTypeId="urn:microsoft.com/office/officeart/2005/8/layout/bProcess4" loCatId="process" qsTypeId="urn:microsoft.com/office/officeart/2005/8/quickstyle/3d2" qsCatId="3D" csTypeId="urn:microsoft.com/office/officeart/2005/8/colors/accent0_3" csCatId="mainScheme" phldr="1"/>
      <dgm:spPr/>
      <dgm:t>
        <a:bodyPr/>
        <a:lstStyle/>
        <a:p>
          <a:endParaRPr lang="en-US"/>
        </a:p>
      </dgm:t>
    </dgm:pt>
    <dgm:pt modelId="{D727B79B-14ED-41A2-9930-602132C9450C}">
      <dgm:prSet phldrT="[Text]"/>
      <dgm:spPr/>
      <dgm:t>
        <a:bodyPr/>
        <a:lstStyle/>
        <a:p>
          <a:r>
            <a:rPr lang="en-US" dirty="0"/>
            <a:t>Waveform Image Localization</a:t>
          </a:r>
        </a:p>
      </dgm:t>
    </dgm:pt>
    <dgm:pt modelId="{918FBC41-4015-45A2-A5A3-445972E037E3}" type="parTrans" cxnId="{67B34BE3-3BDE-407A-A5CE-17030ECA2BFB}">
      <dgm:prSet/>
      <dgm:spPr/>
      <dgm:t>
        <a:bodyPr/>
        <a:lstStyle/>
        <a:p>
          <a:endParaRPr lang="en-US"/>
        </a:p>
      </dgm:t>
    </dgm:pt>
    <dgm:pt modelId="{D01CE9E7-BB93-4A60-BDE7-E3795525A679}" type="sibTrans" cxnId="{67B34BE3-3BDE-407A-A5CE-17030ECA2BFB}">
      <dgm:prSet/>
      <dgm:spPr/>
      <dgm:t>
        <a:bodyPr/>
        <a:lstStyle/>
        <a:p>
          <a:endParaRPr lang="en-US"/>
        </a:p>
      </dgm:t>
    </dgm:pt>
    <dgm:pt modelId="{2D893BD1-264D-458F-8C06-7FF1D65E0869}">
      <dgm:prSet phldrT="[Text]"/>
      <dgm:spPr/>
      <dgm:t>
        <a:bodyPr/>
        <a:lstStyle/>
        <a:p>
          <a:r>
            <a:rPr lang="en-US" dirty="0"/>
            <a:t>Waveform Image Extraction</a:t>
          </a:r>
        </a:p>
      </dgm:t>
    </dgm:pt>
    <dgm:pt modelId="{F1CA5DAB-B880-4496-BDD9-04262BA6BFEE}" type="parTrans" cxnId="{C829D968-E667-49F6-B8B8-2BD3F525791E}">
      <dgm:prSet/>
      <dgm:spPr/>
      <dgm:t>
        <a:bodyPr/>
        <a:lstStyle/>
        <a:p>
          <a:endParaRPr lang="en-US"/>
        </a:p>
      </dgm:t>
    </dgm:pt>
    <dgm:pt modelId="{8EFEDF18-B4EF-4B1B-912E-1F96EA4F6043}" type="sibTrans" cxnId="{C829D968-E667-49F6-B8B8-2BD3F525791E}">
      <dgm:prSet/>
      <dgm:spPr/>
      <dgm:t>
        <a:bodyPr/>
        <a:lstStyle/>
        <a:p>
          <a:endParaRPr lang="en-US"/>
        </a:p>
      </dgm:t>
    </dgm:pt>
    <dgm:pt modelId="{A4A25C18-0C9C-4F47-B003-C24599A3DD74}">
      <dgm:prSet phldrT="[Text]"/>
      <dgm:spPr/>
      <dgm:t>
        <a:bodyPr/>
        <a:lstStyle/>
        <a:p>
          <a:r>
            <a:rPr lang="en-US" dirty="0"/>
            <a:t>Custom Kernelization for filtering </a:t>
          </a:r>
        </a:p>
      </dgm:t>
    </dgm:pt>
    <dgm:pt modelId="{40DECB59-1E75-4482-AD56-216D088E4D70}" type="parTrans" cxnId="{4030FDEC-DC39-46A1-B156-9BCFF09CE1B1}">
      <dgm:prSet/>
      <dgm:spPr/>
      <dgm:t>
        <a:bodyPr/>
        <a:lstStyle/>
        <a:p>
          <a:endParaRPr lang="en-US"/>
        </a:p>
      </dgm:t>
    </dgm:pt>
    <dgm:pt modelId="{A4B75C70-96C5-40DA-8BE1-9685695432E4}" type="sibTrans" cxnId="{4030FDEC-DC39-46A1-B156-9BCFF09CE1B1}">
      <dgm:prSet/>
      <dgm:spPr/>
      <dgm:t>
        <a:bodyPr/>
        <a:lstStyle/>
        <a:p>
          <a:endParaRPr lang="en-US"/>
        </a:p>
      </dgm:t>
    </dgm:pt>
    <dgm:pt modelId="{0E368EA6-8302-41CA-873B-8DDD0AC7B5A3}">
      <dgm:prSet phldrT="[Text]"/>
      <dgm:spPr/>
      <dgm:t>
        <a:bodyPr/>
        <a:lstStyle/>
        <a:p>
          <a:r>
            <a:rPr lang="en-US" dirty="0"/>
            <a:t>Linking PDF text to Image Arrows</a:t>
          </a:r>
        </a:p>
      </dgm:t>
    </dgm:pt>
    <dgm:pt modelId="{C34D733D-C3F5-47DE-BC65-BF15292117D6}" type="parTrans" cxnId="{7A938946-5A73-4A7D-A1C1-51C749C751D7}">
      <dgm:prSet/>
      <dgm:spPr/>
      <dgm:t>
        <a:bodyPr/>
        <a:lstStyle/>
        <a:p>
          <a:endParaRPr lang="en-US"/>
        </a:p>
      </dgm:t>
    </dgm:pt>
    <dgm:pt modelId="{7B10D932-269E-4493-BAC4-8881FAA49138}" type="sibTrans" cxnId="{7A938946-5A73-4A7D-A1C1-51C749C751D7}">
      <dgm:prSet/>
      <dgm:spPr/>
      <dgm:t>
        <a:bodyPr/>
        <a:lstStyle/>
        <a:p>
          <a:endParaRPr lang="en-US"/>
        </a:p>
      </dgm:t>
    </dgm:pt>
    <dgm:pt modelId="{018F9C9B-6ED7-4471-88D4-28E5BDB2CDC1}">
      <dgm:prSet phldrT="[Text]"/>
      <dgm:spPr/>
      <dgm:t>
        <a:bodyPr/>
        <a:lstStyle/>
        <a:p>
          <a:r>
            <a:rPr lang="en-US" dirty="0"/>
            <a:t>Extracting Text from PDF</a:t>
          </a:r>
        </a:p>
      </dgm:t>
    </dgm:pt>
    <dgm:pt modelId="{2C3E2F6E-49C5-4246-862F-7A0DA262735D}" type="parTrans" cxnId="{C6E0879B-F613-47A2-A20B-7B727B865516}">
      <dgm:prSet/>
      <dgm:spPr/>
      <dgm:t>
        <a:bodyPr/>
        <a:lstStyle/>
        <a:p>
          <a:endParaRPr lang="en-US"/>
        </a:p>
      </dgm:t>
    </dgm:pt>
    <dgm:pt modelId="{37BA9C63-BFA6-405A-A0B0-6636F48A5A33}" type="sibTrans" cxnId="{C6E0879B-F613-47A2-A20B-7B727B865516}">
      <dgm:prSet/>
      <dgm:spPr/>
      <dgm:t>
        <a:bodyPr/>
        <a:lstStyle/>
        <a:p>
          <a:endParaRPr lang="en-US"/>
        </a:p>
      </dgm:t>
    </dgm:pt>
    <dgm:pt modelId="{8F24D67C-F466-4DE0-A92E-7FB3592EEFC5}">
      <dgm:prSet phldrT="[Text]"/>
      <dgm:spPr/>
      <dgm:t>
        <a:bodyPr/>
        <a:lstStyle/>
        <a:p>
          <a:r>
            <a:rPr lang="en-US" dirty="0"/>
            <a:t>CNN Model to classify Arrow V/S Non-arrows</a:t>
          </a:r>
        </a:p>
      </dgm:t>
    </dgm:pt>
    <dgm:pt modelId="{308C8C19-1064-4CA4-BA96-23EE637BD9A4}" type="parTrans" cxnId="{791F41E6-41B7-4971-AC95-283CDA126324}">
      <dgm:prSet/>
      <dgm:spPr/>
      <dgm:t>
        <a:bodyPr/>
        <a:lstStyle/>
        <a:p>
          <a:endParaRPr lang="en-US"/>
        </a:p>
      </dgm:t>
    </dgm:pt>
    <dgm:pt modelId="{B4345496-CF0D-4186-B5EF-F11C15F1ECF1}" type="sibTrans" cxnId="{791F41E6-41B7-4971-AC95-283CDA126324}">
      <dgm:prSet/>
      <dgm:spPr/>
      <dgm:t>
        <a:bodyPr/>
        <a:lstStyle/>
        <a:p>
          <a:endParaRPr lang="en-US"/>
        </a:p>
      </dgm:t>
    </dgm:pt>
    <dgm:pt modelId="{E306ADEB-289E-4FF4-9424-E2C5CE7E0919}">
      <dgm:prSet phldrT="[Text]"/>
      <dgm:spPr/>
      <dgm:t>
        <a:bodyPr/>
        <a:lstStyle/>
        <a:p>
          <a:r>
            <a:rPr lang="en-US" dirty="0"/>
            <a:t>Linking Pins Information</a:t>
          </a:r>
        </a:p>
      </dgm:t>
    </dgm:pt>
    <dgm:pt modelId="{8AB61D75-0B5D-4DCD-9913-DBBA521BE68B}" type="parTrans" cxnId="{68346407-7F62-453B-86EC-4E8DEF5B4453}">
      <dgm:prSet/>
      <dgm:spPr/>
      <dgm:t>
        <a:bodyPr/>
        <a:lstStyle/>
        <a:p>
          <a:endParaRPr lang="en-US"/>
        </a:p>
      </dgm:t>
    </dgm:pt>
    <dgm:pt modelId="{3ED719D4-D64D-4032-B058-B6F0FD0CF771}" type="sibTrans" cxnId="{68346407-7F62-453B-86EC-4E8DEF5B4453}">
      <dgm:prSet/>
      <dgm:spPr/>
      <dgm:t>
        <a:bodyPr/>
        <a:lstStyle/>
        <a:p>
          <a:endParaRPr lang="en-US"/>
        </a:p>
      </dgm:t>
    </dgm:pt>
    <dgm:pt modelId="{DFDDBF72-C3D3-4BF0-BC73-A07B9C42452B}">
      <dgm:prSet phldrT="[Text]"/>
      <dgm:spPr/>
      <dgm:t>
        <a:bodyPr/>
        <a:lstStyle/>
        <a:p>
          <a:r>
            <a:rPr lang="en-US" dirty="0"/>
            <a:t>Linking Command to Command for each timing</a:t>
          </a:r>
        </a:p>
      </dgm:t>
    </dgm:pt>
    <dgm:pt modelId="{FC3F64B2-68B5-4538-93ED-BBEB6C5464AF}" type="parTrans" cxnId="{E0C59E58-6B63-49AB-9F5B-793A5A776672}">
      <dgm:prSet/>
      <dgm:spPr/>
      <dgm:t>
        <a:bodyPr/>
        <a:lstStyle/>
        <a:p>
          <a:endParaRPr lang="en-US"/>
        </a:p>
      </dgm:t>
    </dgm:pt>
    <dgm:pt modelId="{B87F378F-24A4-44C6-9FB0-ACC467D49F63}" type="sibTrans" cxnId="{E0C59E58-6B63-49AB-9F5B-793A5A776672}">
      <dgm:prSet/>
      <dgm:spPr/>
      <dgm:t>
        <a:bodyPr/>
        <a:lstStyle/>
        <a:p>
          <a:endParaRPr lang="en-US"/>
        </a:p>
      </dgm:t>
    </dgm:pt>
    <dgm:pt modelId="{63311888-AD80-44AF-8ED0-106957028115}">
      <dgm:prSet phldrT="[Text]"/>
      <dgm:spPr/>
      <dgm:t>
        <a:bodyPr/>
        <a:lstStyle/>
        <a:p>
          <a:r>
            <a:rPr lang="en-US" dirty="0"/>
            <a:t>Conversion to Excel file</a:t>
          </a:r>
        </a:p>
      </dgm:t>
    </dgm:pt>
    <dgm:pt modelId="{2E02AA58-A771-43EF-9026-FFD0FFD927F5}" type="parTrans" cxnId="{E35413A3-6A66-4322-8065-0FA270F79E55}">
      <dgm:prSet/>
      <dgm:spPr/>
      <dgm:t>
        <a:bodyPr/>
        <a:lstStyle/>
        <a:p>
          <a:endParaRPr lang="en-US"/>
        </a:p>
      </dgm:t>
    </dgm:pt>
    <dgm:pt modelId="{A1D3285F-B5DB-4DBA-B49F-CA9BE88A1969}" type="sibTrans" cxnId="{E35413A3-6A66-4322-8065-0FA270F79E55}">
      <dgm:prSet/>
      <dgm:spPr/>
      <dgm:t>
        <a:bodyPr/>
        <a:lstStyle/>
        <a:p>
          <a:endParaRPr lang="en-US"/>
        </a:p>
      </dgm:t>
    </dgm:pt>
    <dgm:pt modelId="{5704D457-B56A-44A1-9D7C-637928B6C371}" type="pres">
      <dgm:prSet presAssocID="{4FA60493-F706-4722-8B20-0DEC3AC98EF7}" presName="Name0" presStyleCnt="0">
        <dgm:presLayoutVars>
          <dgm:dir/>
          <dgm:resizeHandles/>
        </dgm:presLayoutVars>
      </dgm:prSet>
      <dgm:spPr/>
    </dgm:pt>
    <dgm:pt modelId="{8EC6731D-30F7-4A70-B3FF-12BF53CD1415}" type="pres">
      <dgm:prSet presAssocID="{D727B79B-14ED-41A2-9930-602132C9450C}" presName="compNode" presStyleCnt="0"/>
      <dgm:spPr/>
    </dgm:pt>
    <dgm:pt modelId="{74BE0278-6A1B-4DE7-B809-C33AC3A5281F}" type="pres">
      <dgm:prSet presAssocID="{D727B79B-14ED-41A2-9930-602132C9450C}" presName="dummyConnPt" presStyleCnt="0"/>
      <dgm:spPr/>
    </dgm:pt>
    <dgm:pt modelId="{68EC3226-8552-450B-8EC1-3D48ACBCFEFB}" type="pres">
      <dgm:prSet presAssocID="{D727B79B-14ED-41A2-9930-602132C9450C}" presName="node" presStyleLbl="node1" presStyleIdx="0" presStyleCnt="9">
        <dgm:presLayoutVars>
          <dgm:bulletEnabled val="1"/>
        </dgm:presLayoutVars>
      </dgm:prSet>
      <dgm:spPr/>
    </dgm:pt>
    <dgm:pt modelId="{9FD241F9-BED1-4982-9437-EFA2776E336A}" type="pres">
      <dgm:prSet presAssocID="{D01CE9E7-BB93-4A60-BDE7-E3795525A679}" presName="sibTrans" presStyleLbl="bgSibTrans2D1" presStyleIdx="0" presStyleCnt="8"/>
      <dgm:spPr/>
    </dgm:pt>
    <dgm:pt modelId="{1E809F05-6496-4CCF-8D32-AACEE73490A5}" type="pres">
      <dgm:prSet presAssocID="{2D893BD1-264D-458F-8C06-7FF1D65E0869}" presName="compNode" presStyleCnt="0"/>
      <dgm:spPr/>
    </dgm:pt>
    <dgm:pt modelId="{7CCB8BE2-711B-4947-B10A-671FCE4E37B9}" type="pres">
      <dgm:prSet presAssocID="{2D893BD1-264D-458F-8C06-7FF1D65E0869}" presName="dummyConnPt" presStyleCnt="0"/>
      <dgm:spPr/>
    </dgm:pt>
    <dgm:pt modelId="{DB917628-611C-4705-9272-A5A15BEE1E1A}" type="pres">
      <dgm:prSet presAssocID="{2D893BD1-264D-458F-8C06-7FF1D65E0869}" presName="node" presStyleLbl="node1" presStyleIdx="1" presStyleCnt="9">
        <dgm:presLayoutVars>
          <dgm:bulletEnabled val="1"/>
        </dgm:presLayoutVars>
      </dgm:prSet>
      <dgm:spPr/>
    </dgm:pt>
    <dgm:pt modelId="{079902C9-14B7-40CC-A705-F7064FB75E85}" type="pres">
      <dgm:prSet presAssocID="{8EFEDF18-B4EF-4B1B-912E-1F96EA4F6043}" presName="sibTrans" presStyleLbl="bgSibTrans2D1" presStyleIdx="1" presStyleCnt="8"/>
      <dgm:spPr/>
    </dgm:pt>
    <dgm:pt modelId="{367747D2-6DC6-4D16-951D-DBF14B799348}" type="pres">
      <dgm:prSet presAssocID="{A4A25C18-0C9C-4F47-B003-C24599A3DD74}" presName="compNode" presStyleCnt="0"/>
      <dgm:spPr/>
    </dgm:pt>
    <dgm:pt modelId="{E746EAE3-C678-441C-889B-C32F8A5AD364}" type="pres">
      <dgm:prSet presAssocID="{A4A25C18-0C9C-4F47-B003-C24599A3DD74}" presName="dummyConnPt" presStyleCnt="0"/>
      <dgm:spPr/>
    </dgm:pt>
    <dgm:pt modelId="{7A94DEFA-2A8F-4A5F-9E52-B4C581FC6C3F}" type="pres">
      <dgm:prSet presAssocID="{A4A25C18-0C9C-4F47-B003-C24599A3DD74}" presName="node" presStyleLbl="node1" presStyleIdx="2" presStyleCnt="9">
        <dgm:presLayoutVars>
          <dgm:bulletEnabled val="1"/>
        </dgm:presLayoutVars>
      </dgm:prSet>
      <dgm:spPr/>
    </dgm:pt>
    <dgm:pt modelId="{EA776798-5697-418E-BA77-4C692AEACAB6}" type="pres">
      <dgm:prSet presAssocID="{A4B75C70-96C5-40DA-8BE1-9685695432E4}" presName="sibTrans" presStyleLbl="bgSibTrans2D1" presStyleIdx="2" presStyleCnt="8"/>
      <dgm:spPr/>
    </dgm:pt>
    <dgm:pt modelId="{794198C6-730D-483B-BEB2-06AF53B6C4F3}" type="pres">
      <dgm:prSet presAssocID="{0E368EA6-8302-41CA-873B-8DDD0AC7B5A3}" presName="compNode" presStyleCnt="0"/>
      <dgm:spPr/>
    </dgm:pt>
    <dgm:pt modelId="{C7CA6C0A-7443-40A5-A646-AC9346A1ECDD}" type="pres">
      <dgm:prSet presAssocID="{0E368EA6-8302-41CA-873B-8DDD0AC7B5A3}" presName="dummyConnPt" presStyleCnt="0"/>
      <dgm:spPr/>
    </dgm:pt>
    <dgm:pt modelId="{1B74CB2C-291C-4B77-BE0B-23485749336A}" type="pres">
      <dgm:prSet presAssocID="{0E368EA6-8302-41CA-873B-8DDD0AC7B5A3}" presName="node" presStyleLbl="node1" presStyleIdx="3" presStyleCnt="9">
        <dgm:presLayoutVars>
          <dgm:bulletEnabled val="1"/>
        </dgm:presLayoutVars>
      </dgm:prSet>
      <dgm:spPr/>
    </dgm:pt>
    <dgm:pt modelId="{7115E0AF-348C-419E-ACC9-B7EC267AD61F}" type="pres">
      <dgm:prSet presAssocID="{7B10D932-269E-4493-BAC4-8881FAA49138}" presName="sibTrans" presStyleLbl="bgSibTrans2D1" presStyleIdx="3" presStyleCnt="8"/>
      <dgm:spPr/>
    </dgm:pt>
    <dgm:pt modelId="{0F92CA52-14AF-438E-AA84-FCF35992104C}" type="pres">
      <dgm:prSet presAssocID="{018F9C9B-6ED7-4471-88D4-28E5BDB2CDC1}" presName="compNode" presStyleCnt="0"/>
      <dgm:spPr/>
    </dgm:pt>
    <dgm:pt modelId="{6C54F98F-B305-4263-8335-A706A38EABEF}" type="pres">
      <dgm:prSet presAssocID="{018F9C9B-6ED7-4471-88D4-28E5BDB2CDC1}" presName="dummyConnPt" presStyleCnt="0"/>
      <dgm:spPr/>
    </dgm:pt>
    <dgm:pt modelId="{4B014445-7A92-4732-B65E-C9CCFF57F302}" type="pres">
      <dgm:prSet presAssocID="{018F9C9B-6ED7-4471-88D4-28E5BDB2CDC1}" presName="node" presStyleLbl="node1" presStyleIdx="4" presStyleCnt="9">
        <dgm:presLayoutVars>
          <dgm:bulletEnabled val="1"/>
        </dgm:presLayoutVars>
      </dgm:prSet>
      <dgm:spPr/>
    </dgm:pt>
    <dgm:pt modelId="{67C3CD14-5E9E-4365-B64A-6371B312D02E}" type="pres">
      <dgm:prSet presAssocID="{37BA9C63-BFA6-405A-A0B0-6636F48A5A33}" presName="sibTrans" presStyleLbl="bgSibTrans2D1" presStyleIdx="4" presStyleCnt="8"/>
      <dgm:spPr/>
    </dgm:pt>
    <dgm:pt modelId="{F6E434D6-686E-4FE4-A892-EC16495BA5BD}" type="pres">
      <dgm:prSet presAssocID="{8F24D67C-F466-4DE0-A92E-7FB3592EEFC5}" presName="compNode" presStyleCnt="0"/>
      <dgm:spPr/>
    </dgm:pt>
    <dgm:pt modelId="{BFEF0A62-52A9-4078-BAA2-6EEEDD2C5A94}" type="pres">
      <dgm:prSet presAssocID="{8F24D67C-F466-4DE0-A92E-7FB3592EEFC5}" presName="dummyConnPt" presStyleCnt="0"/>
      <dgm:spPr/>
    </dgm:pt>
    <dgm:pt modelId="{D879D3B0-CEFE-462A-A56D-11AD8A16CDDF}" type="pres">
      <dgm:prSet presAssocID="{8F24D67C-F466-4DE0-A92E-7FB3592EEFC5}" presName="node" presStyleLbl="node1" presStyleIdx="5" presStyleCnt="9">
        <dgm:presLayoutVars>
          <dgm:bulletEnabled val="1"/>
        </dgm:presLayoutVars>
      </dgm:prSet>
      <dgm:spPr/>
    </dgm:pt>
    <dgm:pt modelId="{FB9B79C6-F984-4E42-964E-F2D4DBC4A796}" type="pres">
      <dgm:prSet presAssocID="{B4345496-CF0D-4186-B5EF-F11C15F1ECF1}" presName="sibTrans" presStyleLbl="bgSibTrans2D1" presStyleIdx="5" presStyleCnt="8"/>
      <dgm:spPr/>
    </dgm:pt>
    <dgm:pt modelId="{DFF89607-B762-4EC4-81AE-89624758A314}" type="pres">
      <dgm:prSet presAssocID="{E306ADEB-289E-4FF4-9424-E2C5CE7E0919}" presName="compNode" presStyleCnt="0"/>
      <dgm:spPr/>
    </dgm:pt>
    <dgm:pt modelId="{49783D06-D965-4152-B211-AD18D9C93CAE}" type="pres">
      <dgm:prSet presAssocID="{E306ADEB-289E-4FF4-9424-E2C5CE7E0919}" presName="dummyConnPt" presStyleCnt="0"/>
      <dgm:spPr/>
    </dgm:pt>
    <dgm:pt modelId="{406975F4-EF4B-4700-BB22-2888BB0EEFF6}" type="pres">
      <dgm:prSet presAssocID="{E306ADEB-289E-4FF4-9424-E2C5CE7E0919}" presName="node" presStyleLbl="node1" presStyleIdx="6" presStyleCnt="9">
        <dgm:presLayoutVars>
          <dgm:bulletEnabled val="1"/>
        </dgm:presLayoutVars>
      </dgm:prSet>
      <dgm:spPr/>
    </dgm:pt>
    <dgm:pt modelId="{615A11BF-A4C4-4183-884B-B513F08E1433}" type="pres">
      <dgm:prSet presAssocID="{3ED719D4-D64D-4032-B058-B6F0FD0CF771}" presName="sibTrans" presStyleLbl="bgSibTrans2D1" presStyleIdx="6" presStyleCnt="8"/>
      <dgm:spPr/>
    </dgm:pt>
    <dgm:pt modelId="{E540EB29-14D7-4C04-A150-95BDBCAACF15}" type="pres">
      <dgm:prSet presAssocID="{DFDDBF72-C3D3-4BF0-BC73-A07B9C42452B}" presName="compNode" presStyleCnt="0"/>
      <dgm:spPr/>
    </dgm:pt>
    <dgm:pt modelId="{56A3BEA5-CD8B-4850-BFA8-4D3C57DA0723}" type="pres">
      <dgm:prSet presAssocID="{DFDDBF72-C3D3-4BF0-BC73-A07B9C42452B}" presName="dummyConnPt" presStyleCnt="0"/>
      <dgm:spPr/>
    </dgm:pt>
    <dgm:pt modelId="{6930EF35-E205-43EF-8A7E-1579998165B1}" type="pres">
      <dgm:prSet presAssocID="{DFDDBF72-C3D3-4BF0-BC73-A07B9C42452B}" presName="node" presStyleLbl="node1" presStyleIdx="7" presStyleCnt="9">
        <dgm:presLayoutVars>
          <dgm:bulletEnabled val="1"/>
        </dgm:presLayoutVars>
      </dgm:prSet>
      <dgm:spPr/>
    </dgm:pt>
    <dgm:pt modelId="{A7BED3D8-2462-4672-9B5F-75D5D77CFA14}" type="pres">
      <dgm:prSet presAssocID="{B87F378F-24A4-44C6-9FB0-ACC467D49F63}" presName="sibTrans" presStyleLbl="bgSibTrans2D1" presStyleIdx="7" presStyleCnt="8"/>
      <dgm:spPr/>
    </dgm:pt>
    <dgm:pt modelId="{EFF07018-D9EE-4E7C-A9ED-529F35F7D959}" type="pres">
      <dgm:prSet presAssocID="{63311888-AD80-44AF-8ED0-106957028115}" presName="compNode" presStyleCnt="0"/>
      <dgm:spPr/>
    </dgm:pt>
    <dgm:pt modelId="{DBC18AD9-1515-4206-8AA3-9B0542058324}" type="pres">
      <dgm:prSet presAssocID="{63311888-AD80-44AF-8ED0-106957028115}" presName="dummyConnPt" presStyleCnt="0"/>
      <dgm:spPr/>
    </dgm:pt>
    <dgm:pt modelId="{B092B824-066E-4022-A63B-CE65B967A397}" type="pres">
      <dgm:prSet presAssocID="{63311888-AD80-44AF-8ED0-106957028115}" presName="node" presStyleLbl="node1" presStyleIdx="8" presStyleCnt="9">
        <dgm:presLayoutVars>
          <dgm:bulletEnabled val="1"/>
        </dgm:presLayoutVars>
      </dgm:prSet>
      <dgm:spPr/>
    </dgm:pt>
  </dgm:ptLst>
  <dgm:cxnLst>
    <dgm:cxn modelId="{B341BB02-9784-418E-8998-9B1D04DBF49C}" type="presOf" srcId="{8EFEDF18-B4EF-4B1B-912E-1F96EA4F6043}" destId="{079902C9-14B7-40CC-A705-F7064FB75E85}" srcOrd="0" destOrd="0" presId="urn:microsoft.com/office/officeart/2005/8/layout/bProcess4"/>
    <dgm:cxn modelId="{68346407-7F62-453B-86EC-4E8DEF5B4453}" srcId="{4FA60493-F706-4722-8B20-0DEC3AC98EF7}" destId="{E306ADEB-289E-4FF4-9424-E2C5CE7E0919}" srcOrd="6" destOrd="0" parTransId="{8AB61D75-0B5D-4DCD-9913-DBBA521BE68B}" sibTransId="{3ED719D4-D64D-4032-B058-B6F0FD0CF771}"/>
    <dgm:cxn modelId="{D489970C-586C-4CCC-80A3-D1D697BA94D3}" type="presOf" srcId="{4FA60493-F706-4722-8B20-0DEC3AC98EF7}" destId="{5704D457-B56A-44A1-9D7C-637928B6C371}" srcOrd="0" destOrd="0" presId="urn:microsoft.com/office/officeart/2005/8/layout/bProcess4"/>
    <dgm:cxn modelId="{36D54612-ACBB-421B-B45D-C1A418D52CA5}" type="presOf" srcId="{E306ADEB-289E-4FF4-9424-E2C5CE7E0919}" destId="{406975F4-EF4B-4700-BB22-2888BB0EEFF6}" srcOrd="0" destOrd="0" presId="urn:microsoft.com/office/officeart/2005/8/layout/bProcess4"/>
    <dgm:cxn modelId="{D2EF811A-ECF4-4E56-994C-DA7F684D0198}" type="presOf" srcId="{A4A25C18-0C9C-4F47-B003-C24599A3DD74}" destId="{7A94DEFA-2A8F-4A5F-9E52-B4C581FC6C3F}" srcOrd="0" destOrd="0" presId="urn:microsoft.com/office/officeart/2005/8/layout/bProcess4"/>
    <dgm:cxn modelId="{BB36BF28-C792-4D8E-A180-945DE6954748}" type="presOf" srcId="{A4B75C70-96C5-40DA-8BE1-9685695432E4}" destId="{EA776798-5697-418E-BA77-4C692AEACAB6}" srcOrd="0" destOrd="0" presId="urn:microsoft.com/office/officeart/2005/8/layout/bProcess4"/>
    <dgm:cxn modelId="{74739934-BCAA-4664-9524-2F3B2A977B0F}" type="presOf" srcId="{D01CE9E7-BB93-4A60-BDE7-E3795525A679}" destId="{9FD241F9-BED1-4982-9437-EFA2776E336A}" srcOrd="0" destOrd="0" presId="urn:microsoft.com/office/officeart/2005/8/layout/bProcess4"/>
    <dgm:cxn modelId="{4FF87143-010A-4FF9-8DDE-0CC0648AE4F5}" type="presOf" srcId="{D727B79B-14ED-41A2-9930-602132C9450C}" destId="{68EC3226-8552-450B-8EC1-3D48ACBCFEFB}" srcOrd="0" destOrd="0" presId="urn:microsoft.com/office/officeart/2005/8/layout/bProcess4"/>
    <dgm:cxn modelId="{40968D63-FCB3-4EF8-9BCA-1DD7BACCE3E5}" type="presOf" srcId="{37BA9C63-BFA6-405A-A0B0-6636F48A5A33}" destId="{67C3CD14-5E9E-4365-B64A-6371B312D02E}" srcOrd="0" destOrd="0" presId="urn:microsoft.com/office/officeart/2005/8/layout/bProcess4"/>
    <dgm:cxn modelId="{EE92B445-8BEC-4413-BCA3-5D22BBAE6587}" type="presOf" srcId="{018F9C9B-6ED7-4471-88D4-28E5BDB2CDC1}" destId="{4B014445-7A92-4732-B65E-C9CCFF57F302}" srcOrd="0" destOrd="0" presId="urn:microsoft.com/office/officeart/2005/8/layout/bProcess4"/>
    <dgm:cxn modelId="{2F94C365-78BD-419A-B02B-55B6955E8F14}" type="presOf" srcId="{B87F378F-24A4-44C6-9FB0-ACC467D49F63}" destId="{A7BED3D8-2462-4672-9B5F-75D5D77CFA14}" srcOrd="0" destOrd="0" presId="urn:microsoft.com/office/officeart/2005/8/layout/bProcess4"/>
    <dgm:cxn modelId="{7A938946-5A73-4A7D-A1C1-51C749C751D7}" srcId="{4FA60493-F706-4722-8B20-0DEC3AC98EF7}" destId="{0E368EA6-8302-41CA-873B-8DDD0AC7B5A3}" srcOrd="3" destOrd="0" parTransId="{C34D733D-C3F5-47DE-BC65-BF15292117D6}" sibTransId="{7B10D932-269E-4493-BAC4-8881FAA49138}"/>
    <dgm:cxn modelId="{C829D968-E667-49F6-B8B8-2BD3F525791E}" srcId="{4FA60493-F706-4722-8B20-0DEC3AC98EF7}" destId="{2D893BD1-264D-458F-8C06-7FF1D65E0869}" srcOrd="1" destOrd="0" parTransId="{F1CA5DAB-B880-4496-BDD9-04262BA6BFEE}" sibTransId="{8EFEDF18-B4EF-4B1B-912E-1F96EA4F6043}"/>
    <dgm:cxn modelId="{E0C59E58-6B63-49AB-9F5B-793A5A776672}" srcId="{4FA60493-F706-4722-8B20-0DEC3AC98EF7}" destId="{DFDDBF72-C3D3-4BF0-BC73-A07B9C42452B}" srcOrd="7" destOrd="0" parTransId="{FC3F64B2-68B5-4538-93ED-BBEB6C5464AF}" sibTransId="{B87F378F-24A4-44C6-9FB0-ACC467D49F63}"/>
    <dgm:cxn modelId="{C6E0879B-F613-47A2-A20B-7B727B865516}" srcId="{4FA60493-F706-4722-8B20-0DEC3AC98EF7}" destId="{018F9C9B-6ED7-4471-88D4-28E5BDB2CDC1}" srcOrd="4" destOrd="0" parTransId="{2C3E2F6E-49C5-4246-862F-7A0DA262735D}" sibTransId="{37BA9C63-BFA6-405A-A0B0-6636F48A5A33}"/>
    <dgm:cxn modelId="{08016E9F-6CFB-45C0-8C74-1CA564E0075C}" type="presOf" srcId="{7B10D932-269E-4493-BAC4-8881FAA49138}" destId="{7115E0AF-348C-419E-ACC9-B7EC267AD61F}" srcOrd="0" destOrd="0" presId="urn:microsoft.com/office/officeart/2005/8/layout/bProcess4"/>
    <dgm:cxn modelId="{E35413A3-6A66-4322-8065-0FA270F79E55}" srcId="{4FA60493-F706-4722-8B20-0DEC3AC98EF7}" destId="{63311888-AD80-44AF-8ED0-106957028115}" srcOrd="8" destOrd="0" parTransId="{2E02AA58-A771-43EF-9026-FFD0FFD927F5}" sibTransId="{A1D3285F-B5DB-4DBA-B49F-CA9BE88A1969}"/>
    <dgm:cxn modelId="{37571CAA-146F-470C-BB86-D2FE51178BB6}" type="presOf" srcId="{B4345496-CF0D-4186-B5EF-F11C15F1ECF1}" destId="{FB9B79C6-F984-4E42-964E-F2D4DBC4A796}" srcOrd="0" destOrd="0" presId="urn:microsoft.com/office/officeart/2005/8/layout/bProcess4"/>
    <dgm:cxn modelId="{8A37A3B3-3C1B-4318-AE94-B60CDAE0F0FE}" type="presOf" srcId="{3ED719D4-D64D-4032-B058-B6F0FD0CF771}" destId="{615A11BF-A4C4-4183-884B-B513F08E1433}" srcOrd="0" destOrd="0" presId="urn:microsoft.com/office/officeart/2005/8/layout/bProcess4"/>
    <dgm:cxn modelId="{35E161D7-2CC1-41F8-9A0D-BBF52B9488BA}" type="presOf" srcId="{63311888-AD80-44AF-8ED0-106957028115}" destId="{B092B824-066E-4022-A63B-CE65B967A397}" srcOrd="0" destOrd="0" presId="urn:microsoft.com/office/officeart/2005/8/layout/bProcess4"/>
    <dgm:cxn modelId="{37516ED9-4F8D-4672-A5B1-FBCB75A7F334}" type="presOf" srcId="{DFDDBF72-C3D3-4BF0-BC73-A07B9C42452B}" destId="{6930EF35-E205-43EF-8A7E-1579998165B1}" srcOrd="0" destOrd="0" presId="urn:microsoft.com/office/officeart/2005/8/layout/bProcess4"/>
    <dgm:cxn modelId="{48889AE1-9658-46F6-A569-22D6429DC2C0}" type="presOf" srcId="{2D893BD1-264D-458F-8C06-7FF1D65E0869}" destId="{DB917628-611C-4705-9272-A5A15BEE1E1A}" srcOrd="0" destOrd="0" presId="urn:microsoft.com/office/officeart/2005/8/layout/bProcess4"/>
    <dgm:cxn modelId="{67B34BE3-3BDE-407A-A5CE-17030ECA2BFB}" srcId="{4FA60493-F706-4722-8B20-0DEC3AC98EF7}" destId="{D727B79B-14ED-41A2-9930-602132C9450C}" srcOrd="0" destOrd="0" parTransId="{918FBC41-4015-45A2-A5A3-445972E037E3}" sibTransId="{D01CE9E7-BB93-4A60-BDE7-E3795525A679}"/>
    <dgm:cxn modelId="{791F41E6-41B7-4971-AC95-283CDA126324}" srcId="{4FA60493-F706-4722-8B20-0DEC3AC98EF7}" destId="{8F24D67C-F466-4DE0-A92E-7FB3592EEFC5}" srcOrd="5" destOrd="0" parTransId="{308C8C19-1064-4CA4-BA96-23EE637BD9A4}" sibTransId="{B4345496-CF0D-4186-B5EF-F11C15F1ECF1}"/>
    <dgm:cxn modelId="{4030FDEC-DC39-46A1-B156-9BCFF09CE1B1}" srcId="{4FA60493-F706-4722-8B20-0DEC3AC98EF7}" destId="{A4A25C18-0C9C-4F47-B003-C24599A3DD74}" srcOrd="2" destOrd="0" parTransId="{40DECB59-1E75-4482-AD56-216D088E4D70}" sibTransId="{A4B75C70-96C5-40DA-8BE1-9685695432E4}"/>
    <dgm:cxn modelId="{3707D8EF-E601-48F4-955E-21FB848134E5}" type="presOf" srcId="{0E368EA6-8302-41CA-873B-8DDD0AC7B5A3}" destId="{1B74CB2C-291C-4B77-BE0B-23485749336A}" srcOrd="0" destOrd="0" presId="urn:microsoft.com/office/officeart/2005/8/layout/bProcess4"/>
    <dgm:cxn modelId="{145114F4-3E62-4DB6-8A7B-E9046F1E2808}" type="presOf" srcId="{8F24D67C-F466-4DE0-A92E-7FB3592EEFC5}" destId="{D879D3B0-CEFE-462A-A56D-11AD8A16CDDF}" srcOrd="0" destOrd="0" presId="urn:microsoft.com/office/officeart/2005/8/layout/bProcess4"/>
    <dgm:cxn modelId="{1AE391BE-FE18-4E92-A0AF-8D7C8B1A80CD}" type="presParOf" srcId="{5704D457-B56A-44A1-9D7C-637928B6C371}" destId="{8EC6731D-30F7-4A70-B3FF-12BF53CD1415}" srcOrd="0" destOrd="0" presId="urn:microsoft.com/office/officeart/2005/8/layout/bProcess4"/>
    <dgm:cxn modelId="{89805414-BA20-44A8-B1CA-D8D89B59D1BE}" type="presParOf" srcId="{8EC6731D-30F7-4A70-B3FF-12BF53CD1415}" destId="{74BE0278-6A1B-4DE7-B809-C33AC3A5281F}" srcOrd="0" destOrd="0" presId="urn:microsoft.com/office/officeart/2005/8/layout/bProcess4"/>
    <dgm:cxn modelId="{6101080F-D961-4B91-985F-833D92A6270E}" type="presParOf" srcId="{8EC6731D-30F7-4A70-B3FF-12BF53CD1415}" destId="{68EC3226-8552-450B-8EC1-3D48ACBCFEFB}" srcOrd="1" destOrd="0" presId="urn:microsoft.com/office/officeart/2005/8/layout/bProcess4"/>
    <dgm:cxn modelId="{2B332BED-1D28-4E33-8082-D6527D86FA35}" type="presParOf" srcId="{5704D457-B56A-44A1-9D7C-637928B6C371}" destId="{9FD241F9-BED1-4982-9437-EFA2776E336A}" srcOrd="1" destOrd="0" presId="urn:microsoft.com/office/officeart/2005/8/layout/bProcess4"/>
    <dgm:cxn modelId="{5D4D00F1-10A2-4CB4-B630-B5CB7C62A76A}" type="presParOf" srcId="{5704D457-B56A-44A1-9D7C-637928B6C371}" destId="{1E809F05-6496-4CCF-8D32-AACEE73490A5}" srcOrd="2" destOrd="0" presId="urn:microsoft.com/office/officeart/2005/8/layout/bProcess4"/>
    <dgm:cxn modelId="{AF741EFA-055D-4083-AB58-93FE4F796FBF}" type="presParOf" srcId="{1E809F05-6496-4CCF-8D32-AACEE73490A5}" destId="{7CCB8BE2-711B-4947-B10A-671FCE4E37B9}" srcOrd="0" destOrd="0" presId="urn:microsoft.com/office/officeart/2005/8/layout/bProcess4"/>
    <dgm:cxn modelId="{75C81C01-913E-45F9-8804-837FBC97DB45}" type="presParOf" srcId="{1E809F05-6496-4CCF-8D32-AACEE73490A5}" destId="{DB917628-611C-4705-9272-A5A15BEE1E1A}" srcOrd="1" destOrd="0" presId="urn:microsoft.com/office/officeart/2005/8/layout/bProcess4"/>
    <dgm:cxn modelId="{72ABC1B7-B1BD-40F0-85CF-335D516765E7}" type="presParOf" srcId="{5704D457-B56A-44A1-9D7C-637928B6C371}" destId="{079902C9-14B7-40CC-A705-F7064FB75E85}" srcOrd="3" destOrd="0" presId="urn:microsoft.com/office/officeart/2005/8/layout/bProcess4"/>
    <dgm:cxn modelId="{BE9D4622-FEF1-45C0-A000-AA32F5E5472A}" type="presParOf" srcId="{5704D457-B56A-44A1-9D7C-637928B6C371}" destId="{367747D2-6DC6-4D16-951D-DBF14B799348}" srcOrd="4" destOrd="0" presId="urn:microsoft.com/office/officeart/2005/8/layout/bProcess4"/>
    <dgm:cxn modelId="{E6D87C2B-D965-4C79-8484-3CDBF89D9034}" type="presParOf" srcId="{367747D2-6DC6-4D16-951D-DBF14B799348}" destId="{E746EAE3-C678-441C-889B-C32F8A5AD364}" srcOrd="0" destOrd="0" presId="urn:microsoft.com/office/officeart/2005/8/layout/bProcess4"/>
    <dgm:cxn modelId="{2E2D77A7-13FA-4D13-A93A-76864BAFEA43}" type="presParOf" srcId="{367747D2-6DC6-4D16-951D-DBF14B799348}" destId="{7A94DEFA-2A8F-4A5F-9E52-B4C581FC6C3F}" srcOrd="1" destOrd="0" presId="urn:microsoft.com/office/officeart/2005/8/layout/bProcess4"/>
    <dgm:cxn modelId="{A02E9A9F-BD4D-4B39-9F23-A8FB3319FA78}" type="presParOf" srcId="{5704D457-B56A-44A1-9D7C-637928B6C371}" destId="{EA776798-5697-418E-BA77-4C692AEACAB6}" srcOrd="5" destOrd="0" presId="urn:microsoft.com/office/officeart/2005/8/layout/bProcess4"/>
    <dgm:cxn modelId="{A91D3033-A933-4B70-AB3F-D75D1C7712F2}" type="presParOf" srcId="{5704D457-B56A-44A1-9D7C-637928B6C371}" destId="{794198C6-730D-483B-BEB2-06AF53B6C4F3}" srcOrd="6" destOrd="0" presId="urn:microsoft.com/office/officeart/2005/8/layout/bProcess4"/>
    <dgm:cxn modelId="{1C2AAAFB-0EE9-46D1-8924-28CA96D9D3AE}" type="presParOf" srcId="{794198C6-730D-483B-BEB2-06AF53B6C4F3}" destId="{C7CA6C0A-7443-40A5-A646-AC9346A1ECDD}" srcOrd="0" destOrd="0" presId="urn:microsoft.com/office/officeart/2005/8/layout/bProcess4"/>
    <dgm:cxn modelId="{7D6F0DF4-7D7F-4755-BC31-7EFA0EEB3C49}" type="presParOf" srcId="{794198C6-730D-483B-BEB2-06AF53B6C4F3}" destId="{1B74CB2C-291C-4B77-BE0B-23485749336A}" srcOrd="1" destOrd="0" presId="urn:microsoft.com/office/officeart/2005/8/layout/bProcess4"/>
    <dgm:cxn modelId="{A46C07D9-CB24-46A0-A622-49DA032B4C0E}" type="presParOf" srcId="{5704D457-B56A-44A1-9D7C-637928B6C371}" destId="{7115E0AF-348C-419E-ACC9-B7EC267AD61F}" srcOrd="7" destOrd="0" presId="urn:microsoft.com/office/officeart/2005/8/layout/bProcess4"/>
    <dgm:cxn modelId="{E06F2F43-0255-4DA3-888A-1090E6EE7981}" type="presParOf" srcId="{5704D457-B56A-44A1-9D7C-637928B6C371}" destId="{0F92CA52-14AF-438E-AA84-FCF35992104C}" srcOrd="8" destOrd="0" presId="urn:microsoft.com/office/officeart/2005/8/layout/bProcess4"/>
    <dgm:cxn modelId="{CBD5A4B3-3ABC-405B-B75F-E1E3D314EDD3}" type="presParOf" srcId="{0F92CA52-14AF-438E-AA84-FCF35992104C}" destId="{6C54F98F-B305-4263-8335-A706A38EABEF}" srcOrd="0" destOrd="0" presId="urn:microsoft.com/office/officeart/2005/8/layout/bProcess4"/>
    <dgm:cxn modelId="{2AC5742F-DE7E-4AD8-B06B-84B4BB7AA685}" type="presParOf" srcId="{0F92CA52-14AF-438E-AA84-FCF35992104C}" destId="{4B014445-7A92-4732-B65E-C9CCFF57F302}" srcOrd="1" destOrd="0" presId="urn:microsoft.com/office/officeart/2005/8/layout/bProcess4"/>
    <dgm:cxn modelId="{6945F9F2-CB05-4A87-905A-636A349BDBB1}" type="presParOf" srcId="{5704D457-B56A-44A1-9D7C-637928B6C371}" destId="{67C3CD14-5E9E-4365-B64A-6371B312D02E}" srcOrd="9" destOrd="0" presId="urn:microsoft.com/office/officeart/2005/8/layout/bProcess4"/>
    <dgm:cxn modelId="{0C1BAA9C-8216-4AE8-9B86-A1982D172038}" type="presParOf" srcId="{5704D457-B56A-44A1-9D7C-637928B6C371}" destId="{F6E434D6-686E-4FE4-A892-EC16495BA5BD}" srcOrd="10" destOrd="0" presId="urn:microsoft.com/office/officeart/2005/8/layout/bProcess4"/>
    <dgm:cxn modelId="{6C81698B-A1F5-4D37-9672-479B990607D8}" type="presParOf" srcId="{F6E434D6-686E-4FE4-A892-EC16495BA5BD}" destId="{BFEF0A62-52A9-4078-BAA2-6EEEDD2C5A94}" srcOrd="0" destOrd="0" presId="urn:microsoft.com/office/officeart/2005/8/layout/bProcess4"/>
    <dgm:cxn modelId="{8FBBE365-9D9D-4082-93F7-402F3DF36AFE}" type="presParOf" srcId="{F6E434D6-686E-4FE4-A892-EC16495BA5BD}" destId="{D879D3B0-CEFE-462A-A56D-11AD8A16CDDF}" srcOrd="1" destOrd="0" presId="urn:microsoft.com/office/officeart/2005/8/layout/bProcess4"/>
    <dgm:cxn modelId="{2A1CF713-5A21-4684-96B1-AA275E26E918}" type="presParOf" srcId="{5704D457-B56A-44A1-9D7C-637928B6C371}" destId="{FB9B79C6-F984-4E42-964E-F2D4DBC4A796}" srcOrd="11" destOrd="0" presId="urn:microsoft.com/office/officeart/2005/8/layout/bProcess4"/>
    <dgm:cxn modelId="{FD23F887-C1CB-4193-892E-21E93BA45CB2}" type="presParOf" srcId="{5704D457-B56A-44A1-9D7C-637928B6C371}" destId="{DFF89607-B762-4EC4-81AE-89624758A314}" srcOrd="12" destOrd="0" presId="urn:microsoft.com/office/officeart/2005/8/layout/bProcess4"/>
    <dgm:cxn modelId="{B8B33E11-31E8-40AC-A67A-0C1C8162C503}" type="presParOf" srcId="{DFF89607-B762-4EC4-81AE-89624758A314}" destId="{49783D06-D965-4152-B211-AD18D9C93CAE}" srcOrd="0" destOrd="0" presId="urn:microsoft.com/office/officeart/2005/8/layout/bProcess4"/>
    <dgm:cxn modelId="{7CE92B48-DA0A-4264-80EE-06B4DEB45A13}" type="presParOf" srcId="{DFF89607-B762-4EC4-81AE-89624758A314}" destId="{406975F4-EF4B-4700-BB22-2888BB0EEFF6}" srcOrd="1" destOrd="0" presId="urn:microsoft.com/office/officeart/2005/8/layout/bProcess4"/>
    <dgm:cxn modelId="{B962B0DF-4447-43B3-8A86-4B3EB0E04518}" type="presParOf" srcId="{5704D457-B56A-44A1-9D7C-637928B6C371}" destId="{615A11BF-A4C4-4183-884B-B513F08E1433}" srcOrd="13" destOrd="0" presId="urn:microsoft.com/office/officeart/2005/8/layout/bProcess4"/>
    <dgm:cxn modelId="{7F80B3E1-8CD4-480E-AD12-7BBE37E86A00}" type="presParOf" srcId="{5704D457-B56A-44A1-9D7C-637928B6C371}" destId="{E540EB29-14D7-4C04-A150-95BDBCAACF15}" srcOrd="14" destOrd="0" presId="urn:microsoft.com/office/officeart/2005/8/layout/bProcess4"/>
    <dgm:cxn modelId="{85C1F7C4-AF09-4CA9-86AA-CF8119C32BE3}" type="presParOf" srcId="{E540EB29-14D7-4C04-A150-95BDBCAACF15}" destId="{56A3BEA5-CD8B-4850-BFA8-4D3C57DA0723}" srcOrd="0" destOrd="0" presId="urn:microsoft.com/office/officeart/2005/8/layout/bProcess4"/>
    <dgm:cxn modelId="{CA94D1E9-DF6E-4DB0-B213-D90C55582D67}" type="presParOf" srcId="{E540EB29-14D7-4C04-A150-95BDBCAACF15}" destId="{6930EF35-E205-43EF-8A7E-1579998165B1}" srcOrd="1" destOrd="0" presId="urn:microsoft.com/office/officeart/2005/8/layout/bProcess4"/>
    <dgm:cxn modelId="{64250013-047B-4B53-8052-B3D92B2FF70C}" type="presParOf" srcId="{5704D457-B56A-44A1-9D7C-637928B6C371}" destId="{A7BED3D8-2462-4672-9B5F-75D5D77CFA14}" srcOrd="15" destOrd="0" presId="urn:microsoft.com/office/officeart/2005/8/layout/bProcess4"/>
    <dgm:cxn modelId="{B2BF52CF-8C0A-488B-BB05-914A05C7F5D9}" type="presParOf" srcId="{5704D457-B56A-44A1-9D7C-637928B6C371}" destId="{EFF07018-D9EE-4E7C-A9ED-529F35F7D959}" srcOrd="16" destOrd="0" presId="urn:microsoft.com/office/officeart/2005/8/layout/bProcess4"/>
    <dgm:cxn modelId="{A32AEAB2-65C0-41ED-ADFF-97FF1EAB1E3E}" type="presParOf" srcId="{EFF07018-D9EE-4E7C-A9ED-529F35F7D959}" destId="{DBC18AD9-1515-4206-8AA3-9B0542058324}" srcOrd="0" destOrd="0" presId="urn:microsoft.com/office/officeart/2005/8/layout/bProcess4"/>
    <dgm:cxn modelId="{8A444AF0-1525-46C1-8EBB-5415DC797910}" type="presParOf" srcId="{EFF07018-D9EE-4E7C-A9ED-529F35F7D959}" destId="{B092B824-066E-4022-A63B-CE65B967A397}"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3FEEC-0A6F-4DD2-8399-CA27613FA9A4}">
      <dsp:nvSpPr>
        <dsp:cNvPr id="0" name=""/>
        <dsp:cNvSpPr/>
      </dsp:nvSpPr>
      <dsp:spPr>
        <a:xfrm rot="5400000">
          <a:off x="-374328" y="1438591"/>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9BF7481C-1C2C-4E6E-A0AC-52DBD1720E3B}">
      <dsp:nvSpPr>
        <dsp:cNvPr id="0" name=""/>
        <dsp:cNvSpPr/>
      </dsp:nvSpPr>
      <dsp:spPr>
        <a:xfrm>
          <a:off x="4087" y="379875"/>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Detect Nodes and Text within them</a:t>
          </a:r>
        </a:p>
      </dsp:txBody>
      <dsp:txXfrm>
        <a:off x="43074" y="418862"/>
        <a:ext cx="2140557" cy="1253144"/>
      </dsp:txXfrm>
    </dsp:sp>
    <dsp:sp modelId="{312486EE-3492-4026-BADD-3FD9B1486364}">
      <dsp:nvSpPr>
        <dsp:cNvPr id="0" name=""/>
        <dsp:cNvSpPr/>
      </dsp:nvSpPr>
      <dsp:spPr>
        <a:xfrm rot="5400000">
          <a:off x="-374328" y="3102489"/>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F452EEC4-01F1-46EC-8802-7FB135680983}">
      <dsp:nvSpPr>
        <dsp:cNvPr id="0" name=""/>
        <dsp:cNvSpPr/>
      </dsp:nvSpPr>
      <dsp:spPr>
        <a:xfrm>
          <a:off x="4087" y="2043774"/>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Extract bounding boxes corresponding to texts outside circle</a:t>
          </a:r>
        </a:p>
      </dsp:txBody>
      <dsp:txXfrm>
        <a:off x="43074" y="2082761"/>
        <a:ext cx="2140557" cy="1253144"/>
      </dsp:txXfrm>
    </dsp:sp>
    <dsp:sp modelId="{45C1670E-7E28-4438-85EB-31CA6CB6A1C8}">
      <dsp:nvSpPr>
        <dsp:cNvPr id="0" name=""/>
        <dsp:cNvSpPr/>
      </dsp:nvSpPr>
      <dsp:spPr>
        <a:xfrm>
          <a:off x="457620" y="3934438"/>
          <a:ext cx="2940820"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6A83BEFD-4B2A-4AAF-B221-311DC5F3FF5F}">
      <dsp:nvSpPr>
        <dsp:cNvPr id="0" name=""/>
        <dsp:cNvSpPr/>
      </dsp:nvSpPr>
      <dsp:spPr>
        <a:xfrm>
          <a:off x="4087" y="3707672"/>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Detect blobs (endpoints of arrows)</a:t>
          </a:r>
        </a:p>
      </dsp:txBody>
      <dsp:txXfrm>
        <a:off x="43074" y="3746659"/>
        <a:ext cx="2140557" cy="1253144"/>
      </dsp:txXfrm>
    </dsp:sp>
    <dsp:sp modelId="{0C6CCBE0-64DF-45EA-8BAA-4F3C86CB7F63}">
      <dsp:nvSpPr>
        <dsp:cNvPr id="0" name=""/>
        <dsp:cNvSpPr/>
      </dsp:nvSpPr>
      <dsp:spPr>
        <a:xfrm rot="16200000">
          <a:off x="2576317" y="3102489"/>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99C2EA13-3992-41A1-9AD9-F4E9B562A69C}">
      <dsp:nvSpPr>
        <dsp:cNvPr id="0" name=""/>
        <dsp:cNvSpPr/>
      </dsp:nvSpPr>
      <dsp:spPr>
        <a:xfrm>
          <a:off x="2954734" y="3707672"/>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Detect transitions/ lines/arrows from image.</a:t>
          </a:r>
        </a:p>
      </dsp:txBody>
      <dsp:txXfrm>
        <a:off x="2993721" y="3746659"/>
        <a:ext cx="2140557" cy="1253144"/>
      </dsp:txXfrm>
    </dsp:sp>
    <dsp:sp modelId="{3994B9DA-9BAD-4BB9-8819-082C6642D00F}">
      <dsp:nvSpPr>
        <dsp:cNvPr id="0" name=""/>
        <dsp:cNvSpPr/>
      </dsp:nvSpPr>
      <dsp:spPr>
        <a:xfrm rot="16200000">
          <a:off x="2576317" y="1438591"/>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84F8AFCC-7894-4D25-B265-A7D7F729CF03}">
      <dsp:nvSpPr>
        <dsp:cNvPr id="0" name=""/>
        <dsp:cNvSpPr/>
      </dsp:nvSpPr>
      <dsp:spPr>
        <a:xfrm>
          <a:off x="2954734" y="2043774"/>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Associate each blob with closest line.</a:t>
          </a:r>
        </a:p>
      </dsp:txBody>
      <dsp:txXfrm>
        <a:off x="2993721" y="2082761"/>
        <a:ext cx="2140557" cy="1253144"/>
      </dsp:txXfrm>
    </dsp:sp>
    <dsp:sp modelId="{047A97C3-8D47-4352-9088-3428AE00C3BE}">
      <dsp:nvSpPr>
        <dsp:cNvPr id="0" name=""/>
        <dsp:cNvSpPr/>
      </dsp:nvSpPr>
      <dsp:spPr>
        <a:xfrm>
          <a:off x="3408266" y="606641"/>
          <a:ext cx="2940820"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0DD1D341-5AAA-4A50-A379-45D3288686B1}">
      <dsp:nvSpPr>
        <dsp:cNvPr id="0" name=""/>
        <dsp:cNvSpPr/>
      </dsp:nvSpPr>
      <dsp:spPr>
        <a:xfrm>
          <a:off x="2954734" y="379875"/>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Associate each line with closest text box</a:t>
          </a:r>
          <a:endParaRPr lang="en-US" sz="1600" kern="1200" dirty="0"/>
        </a:p>
      </dsp:txBody>
      <dsp:txXfrm>
        <a:off x="2993721" y="418862"/>
        <a:ext cx="2140557" cy="1253144"/>
      </dsp:txXfrm>
    </dsp:sp>
    <dsp:sp modelId="{7228F362-4211-490E-80CB-9089EF161B04}">
      <dsp:nvSpPr>
        <dsp:cNvPr id="0" name=""/>
        <dsp:cNvSpPr/>
      </dsp:nvSpPr>
      <dsp:spPr>
        <a:xfrm rot="5400000">
          <a:off x="5526964" y="1438591"/>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977FBF65-DEE9-41F2-83A9-70DF137DC56F}">
      <dsp:nvSpPr>
        <dsp:cNvPr id="0" name=""/>
        <dsp:cNvSpPr/>
      </dsp:nvSpPr>
      <dsp:spPr>
        <a:xfrm>
          <a:off x="5905380" y="379875"/>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Merge lines which are associated with same text box</a:t>
          </a:r>
        </a:p>
      </dsp:txBody>
      <dsp:txXfrm>
        <a:off x="5944367" y="418862"/>
        <a:ext cx="2140557" cy="1253144"/>
      </dsp:txXfrm>
    </dsp:sp>
    <dsp:sp modelId="{1A1D8154-4DB4-4041-B4AB-21DB919FD69C}">
      <dsp:nvSpPr>
        <dsp:cNvPr id="0" name=""/>
        <dsp:cNvSpPr/>
      </dsp:nvSpPr>
      <dsp:spPr>
        <a:xfrm rot="5400000">
          <a:off x="5526964" y="3102489"/>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6539F0F6-6679-4B6A-8B37-41F889F5D9BB}">
      <dsp:nvSpPr>
        <dsp:cNvPr id="0" name=""/>
        <dsp:cNvSpPr/>
      </dsp:nvSpPr>
      <dsp:spPr>
        <a:xfrm>
          <a:off x="5905380" y="2043774"/>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Associate each transition with closest node.</a:t>
          </a:r>
        </a:p>
      </dsp:txBody>
      <dsp:txXfrm>
        <a:off x="5944367" y="2082761"/>
        <a:ext cx="2140557" cy="1253144"/>
      </dsp:txXfrm>
    </dsp:sp>
    <dsp:sp modelId="{9AE3D675-12EC-4A9C-BFFC-31C28CA7F1A0}">
      <dsp:nvSpPr>
        <dsp:cNvPr id="0" name=""/>
        <dsp:cNvSpPr/>
      </dsp:nvSpPr>
      <dsp:spPr>
        <a:xfrm>
          <a:off x="5905380" y="3707672"/>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Find combination of Nodes, blobs, transitions and textbox associated with arrow.</a:t>
          </a:r>
        </a:p>
      </dsp:txBody>
      <dsp:txXfrm>
        <a:off x="5944367" y="3746659"/>
        <a:ext cx="2140557" cy="12531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D241F9-BED1-4982-9437-EFA2776E336A}">
      <dsp:nvSpPr>
        <dsp:cNvPr id="0" name=""/>
        <dsp:cNvSpPr/>
      </dsp:nvSpPr>
      <dsp:spPr>
        <a:xfrm rot="5400000">
          <a:off x="15852" y="1155518"/>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68EC3226-8552-450B-8EC1-3D48ACBCFEFB}">
      <dsp:nvSpPr>
        <dsp:cNvPr id="0" name=""/>
        <dsp:cNvSpPr/>
      </dsp:nvSpPr>
      <dsp:spPr>
        <a:xfrm>
          <a:off x="430807" y="394"/>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Waveform Image Localization</a:t>
          </a:r>
        </a:p>
      </dsp:txBody>
      <dsp:txXfrm>
        <a:off x="473377" y="42964"/>
        <a:ext cx="2337262" cy="1368301"/>
      </dsp:txXfrm>
    </dsp:sp>
    <dsp:sp modelId="{079902C9-14B7-40CC-A705-F7064FB75E85}">
      <dsp:nvSpPr>
        <dsp:cNvPr id="0" name=""/>
        <dsp:cNvSpPr/>
      </dsp:nvSpPr>
      <dsp:spPr>
        <a:xfrm rot="5400000">
          <a:off x="15852" y="2972320"/>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B917628-611C-4705-9272-A5A15BEE1E1A}">
      <dsp:nvSpPr>
        <dsp:cNvPr id="0" name=""/>
        <dsp:cNvSpPr/>
      </dsp:nvSpPr>
      <dsp:spPr>
        <a:xfrm>
          <a:off x="430807" y="1817196"/>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Waveform Image Extraction</a:t>
          </a:r>
        </a:p>
      </dsp:txBody>
      <dsp:txXfrm>
        <a:off x="473377" y="1859766"/>
        <a:ext cx="2337262" cy="1368301"/>
      </dsp:txXfrm>
    </dsp:sp>
    <dsp:sp modelId="{EA776798-5697-418E-BA77-4C692AEACAB6}">
      <dsp:nvSpPr>
        <dsp:cNvPr id="0" name=""/>
        <dsp:cNvSpPr/>
      </dsp:nvSpPr>
      <dsp:spPr>
        <a:xfrm>
          <a:off x="924253" y="3880721"/>
          <a:ext cx="3212830"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7A94DEFA-2A8F-4A5F-9E52-B4C581FC6C3F}">
      <dsp:nvSpPr>
        <dsp:cNvPr id="0" name=""/>
        <dsp:cNvSpPr/>
      </dsp:nvSpPr>
      <dsp:spPr>
        <a:xfrm>
          <a:off x="430807" y="3633998"/>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Custom Kernelization for filtering </a:t>
          </a:r>
        </a:p>
      </dsp:txBody>
      <dsp:txXfrm>
        <a:off x="473377" y="3676568"/>
        <a:ext cx="2337262" cy="1368301"/>
      </dsp:txXfrm>
    </dsp:sp>
    <dsp:sp modelId="{7115E0AF-348C-419E-ACC9-B7EC267AD61F}">
      <dsp:nvSpPr>
        <dsp:cNvPr id="0" name=""/>
        <dsp:cNvSpPr/>
      </dsp:nvSpPr>
      <dsp:spPr>
        <a:xfrm rot="16200000">
          <a:off x="3237647" y="2972320"/>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1B74CB2C-291C-4B77-BE0B-23485749336A}">
      <dsp:nvSpPr>
        <dsp:cNvPr id="0" name=""/>
        <dsp:cNvSpPr/>
      </dsp:nvSpPr>
      <dsp:spPr>
        <a:xfrm>
          <a:off x="3652603" y="3633998"/>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Linking PDF text to Image Arrows</a:t>
          </a:r>
        </a:p>
      </dsp:txBody>
      <dsp:txXfrm>
        <a:off x="3695173" y="3676568"/>
        <a:ext cx="2337262" cy="1368301"/>
      </dsp:txXfrm>
    </dsp:sp>
    <dsp:sp modelId="{67C3CD14-5E9E-4365-B64A-6371B312D02E}">
      <dsp:nvSpPr>
        <dsp:cNvPr id="0" name=""/>
        <dsp:cNvSpPr/>
      </dsp:nvSpPr>
      <dsp:spPr>
        <a:xfrm rot="16200000">
          <a:off x="3237647" y="1155518"/>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4B014445-7A92-4732-B65E-C9CCFF57F302}">
      <dsp:nvSpPr>
        <dsp:cNvPr id="0" name=""/>
        <dsp:cNvSpPr/>
      </dsp:nvSpPr>
      <dsp:spPr>
        <a:xfrm>
          <a:off x="3652603" y="1817196"/>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Extracting Text from PDF</a:t>
          </a:r>
        </a:p>
      </dsp:txBody>
      <dsp:txXfrm>
        <a:off x="3695173" y="1859766"/>
        <a:ext cx="2337262" cy="1368301"/>
      </dsp:txXfrm>
    </dsp:sp>
    <dsp:sp modelId="{FB9B79C6-F984-4E42-964E-F2D4DBC4A796}">
      <dsp:nvSpPr>
        <dsp:cNvPr id="0" name=""/>
        <dsp:cNvSpPr/>
      </dsp:nvSpPr>
      <dsp:spPr>
        <a:xfrm>
          <a:off x="4146048" y="247117"/>
          <a:ext cx="3212830"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879D3B0-CEFE-462A-A56D-11AD8A16CDDF}">
      <dsp:nvSpPr>
        <dsp:cNvPr id="0" name=""/>
        <dsp:cNvSpPr/>
      </dsp:nvSpPr>
      <dsp:spPr>
        <a:xfrm>
          <a:off x="3652603" y="394"/>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CNN Model to classify Arrow V/S Non-arrows</a:t>
          </a:r>
        </a:p>
      </dsp:txBody>
      <dsp:txXfrm>
        <a:off x="3695173" y="42964"/>
        <a:ext cx="2337262" cy="1368301"/>
      </dsp:txXfrm>
    </dsp:sp>
    <dsp:sp modelId="{615A11BF-A4C4-4183-884B-B513F08E1433}">
      <dsp:nvSpPr>
        <dsp:cNvPr id="0" name=""/>
        <dsp:cNvSpPr/>
      </dsp:nvSpPr>
      <dsp:spPr>
        <a:xfrm rot="5400000">
          <a:off x="6459443" y="1155518"/>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406975F4-EF4B-4700-BB22-2888BB0EEFF6}">
      <dsp:nvSpPr>
        <dsp:cNvPr id="0" name=""/>
        <dsp:cNvSpPr/>
      </dsp:nvSpPr>
      <dsp:spPr>
        <a:xfrm>
          <a:off x="6874398" y="394"/>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Linking Pins Information</a:t>
          </a:r>
        </a:p>
      </dsp:txBody>
      <dsp:txXfrm>
        <a:off x="6916968" y="42964"/>
        <a:ext cx="2337262" cy="1368301"/>
      </dsp:txXfrm>
    </dsp:sp>
    <dsp:sp modelId="{A7BED3D8-2462-4672-9B5F-75D5D77CFA14}">
      <dsp:nvSpPr>
        <dsp:cNvPr id="0" name=""/>
        <dsp:cNvSpPr/>
      </dsp:nvSpPr>
      <dsp:spPr>
        <a:xfrm rot="5400000">
          <a:off x="6459443" y="2972320"/>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6930EF35-E205-43EF-8A7E-1579998165B1}">
      <dsp:nvSpPr>
        <dsp:cNvPr id="0" name=""/>
        <dsp:cNvSpPr/>
      </dsp:nvSpPr>
      <dsp:spPr>
        <a:xfrm>
          <a:off x="6874398" y="1817196"/>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Linking Command to Command for each timing</a:t>
          </a:r>
        </a:p>
      </dsp:txBody>
      <dsp:txXfrm>
        <a:off x="6916968" y="1859766"/>
        <a:ext cx="2337262" cy="1368301"/>
      </dsp:txXfrm>
    </dsp:sp>
    <dsp:sp modelId="{B092B824-066E-4022-A63B-CE65B967A397}">
      <dsp:nvSpPr>
        <dsp:cNvPr id="0" name=""/>
        <dsp:cNvSpPr/>
      </dsp:nvSpPr>
      <dsp:spPr>
        <a:xfrm>
          <a:off x="6874398" y="3633998"/>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Conversion to Excel file</a:t>
          </a:r>
        </a:p>
      </dsp:txBody>
      <dsp:txXfrm>
        <a:off x="6916968" y="3676568"/>
        <a:ext cx="2337262" cy="13683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3FEEC-0A6F-4DD2-8399-CA27613FA9A4}">
      <dsp:nvSpPr>
        <dsp:cNvPr id="0" name=""/>
        <dsp:cNvSpPr/>
      </dsp:nvSpPr>
      <dsp:spPr>
        <a:xfrm rot="5400000">
          <a:off x="-374328" y="1438591"/>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9BF7481C-1C2C-4E6E-A0AC-52DBD1720E3B}">
      <dsp:nvSpPr>
        <dsp:cNvPr id="0" name=""/>
        <dsp:cNvSpPr/>
      </dsp:nvSpPr>
      <dsp:spPr>
        <a:xfrm>
          <a:off x="4087" y="379875"/>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Detect Nodes and Text within them</a:t>
          </a:r>
        </a:p>
      </dsp:txBody>
      <dsp:txXfrm>
        <a:off x="43074" y="418862"/>
        <a:ext cx="2140557" cy="1253144"/>
      </dsp:txXfrm>
    </dsp:sp>
    <dsp:sp modelId="{312486EE-3492-4026-BADD-3FD9B1486364}">
      <dsp:nvSpPr>
        <dsp:cNvPr id="0" name=""/>
        <dsp:cNvSpPr/>
      </dsp:nvSpPr>
      <dsp:spPr>
        <a:xfrm rot="5400000">
          <a:off x="-374328" y="3102489"/>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F452EEC4-01F1-46EC-8802-7FB135680983}">
      <dsp:nvSpPr>
        <dsp:cNvPr id="0" name=""/>
        <dsp:cNvSpPr/>
      </dsp:nvSpPr>
      <dsp:spPr>
        <a:xfrm>
          <a:off x="4087" y="2043774"/>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Extract bounding boxes corresponding to texts outside circle</a:t>
          </a:r>
        </a:p>
      </dsp:txBody>
      <dsp:txXfrm>
        <a:off x="43074" y="2082761"/>
        <a:ext cx="2140557" cy="1253144"/>
      </dsp:txXfrm>
    </dsp:sp>
    <dsp:sp modelId="{45C1670E-7E28-4438-85EB-31CA6CB6A1C8}">
      <dsp:nvSpPr>
        <dsp:cNvPr id="0" name=""/>
        <dsp:cNvSpPr/>
      </dsp:nvSpPr>
      <dsp:spPr>
        <a:xfrm>
          <a:off x="457620" y="3934438"/>
          <a:ext cx="2940820"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6A83BEFD-4B2A-4AAF-B221-311DC5F3FF5F}">
      <dsp:nvSpPr>
        <dsp:cNvPr id="0" name=""/>
        <dsp:cNvSpPr/>
      </dsp:nvSpPr>
      <dsp:spPr>
        <a:xfrm>
          <a:off x="4087" y="3707672"/>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Detect blobs (endpoints of arrows)</a:t>
          </a:r>
        </a:p>
      </dsp:txBody>
      <dsp:txXfrm>
        <a:off x="43074" y="3746659"/>
        <a:ext cx="2140557" cy="1253144"/>
      </dsp:txXfrm>
    </dsp:sp>
    <dsp:sp modelId="{0C6CCBE0-64DF-45EA-8BAA-4F3C86CB7F63}">
      <dsp:nvSpPr>
        <dsp:cNvPr id="0" name=""/>
        <dsp:cNvSpPr/>
      </dsp:nvSpPr>
      <dsp:spPr>
        <a:xfrm rot="16200000">
          <a:off x="2576317" y="3102489"/>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99C2EA13-3992-41A1-9AD9-F4E9B562A69C}">
      <dsp:nvSpPr>
        <dsp:cNvPr id="0" name=""/>
        <dsp:cNvSpPr/>
      </dsp:nvSpPr>
      <dsp:spPr>
        <a:xfrm>
          <a:off x="2954734" y="3707672"/>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Detect transitions/ lines/arrows from image.</a:t>
          </a:r>
        </a:p>
      </dsp:txBody>
      <dsp:txXfrm>
        <a:off x="2993721" y="3746659"/>
        <a:ext cx="2140557" cy="1253144"/>
      </dsp:txXfrm>
    </dsp:sp>
    <dsp:sp modelId="{3994B9DA-9BAD-4BB9-8819-082C6642D00F}">
      <dsp:nvSpPr>
        <dsp:cNvPr id="0" name=""/>
        <dsp:cNvSpPr/>
      </dsp:nvSpPr>
      <dsp:spPr>
        <a:xfrm rot="16200000">
          <a:off x="2576317" y="1438591"/>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84F8AFCC-7894-4D25-B265-A7D7F729CF03}">
      <dsp:nvSpPr>
        <dsp:cNvPr id="0" name=""/>
        <dsp:cNvSpPr/>
      </dsp:nvSpPr>
      <dsp:spPr>
        <a:xfrm>
          <a:off x="2954734" y="2043774"/>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Associate each blob with closest line.</a:t>
          </a:r>
        </a:p>
      </dsp:txBody>
      <dsp:txXfrm>
        <a:off x="2993721" y="2082761"/>
        <a:ext cx="2140557" cy="1253144"/>
      </dsp:txXfrm>
    </dsp:sp>
    <dsp:sp modelId="{047A97C3-8D47-4352-9088-3428AE00C3BE}">
      <dsp:nvSpPr>
        <dsp:cNvPr id="0" name=""/>
        <dsp:cNvSpPr/>
      </dsp:nvSpPr>
      <dsp:spPr>
        <a:xfrm>
          <a:off x="3408266" y="606641"/>
          <a:ext cx="2940820"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0DD1D341-5AAA-4A50-A379-45D3288686B1}">
      <dsp:nvSpPr>
        <dsp:cNvPr id="0" name=""/>
        <dsp:cNvSpPr/>
      </dsp:nvSpPr>
      <dsp:spPr>
        <a:xfrm>
          <a:off x="2954734" y="379875"/>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Associate each line with closest text box</a:t>
          </a:r>
          <a:endParaRPr lang="en-US" sz="1600" kern="1200" dirty="0"/>
        </a:p>
      </dsp:txBody>
      <dsp:txXfrm>
        <a:off x="2993721" y="418862"/>
        <a:ext cx="2140557" cy="1253144"/>
      </dsp:txXfrm>
    </dsp:sp>
    <dsp:sp modelId="{7228F362-4211-490E-80CB-9089EF161B04}">
      <dsp:nvSpPr>
        <dsp:cNvPr id="0" name=""/>
        <dsp:cNvSpPr/>
      </dsp:nvSpPr>
      <dsp:spPr>
        <a:xfrm rot="5400000">
          <a:off x="5526964" y="1438591"/>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977FBF65-DEE9-41F2-83A9-70DF137DC56F}">
      <dsp:nvSpPr>
        <dsp:cNvPr id="0" name=""/>
        <dsp:cNvSpPr/>
      </dsp:nvSpPr>
      <dsp:spPr>
        <a:xfrm>
          <a:off x="5905380" y="379875"/>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Merge lines which are associated with same text box</a:t>
          </a:r>
        </a:p>
      </dsp:txBody>
      <dsp:txXfrm>
        <a:off x="5944367" y="418862"/>
        <a:ext cx="2140557" cy="1253144"/>
      </dsp:txXfrm>
    </dsp:sp>
    <dsp:sp modelId="{1A1D8154-4DB4-4041-B4AB-21DB919FD69C}">
      <dsp:nvSpPr>
        <dsp:cNvPr id="0" name=""/>
        <dsp:cNvSpPr/>
      </dsp:nvSpPr>
      <dsp:spPr>
        <a:xfrm rot="5400000">
          <a:off x="5526964" y="3102489"/>
          <a:ext cx="1654072" cy="199667"/>
        </a:xfrm>
        <a:prstGeom prst="rect">
          <a:avLst/>
        </a:prstGeom>
        <a:solidFill>
          <a:schemeClr val="dk2">
            <a:tint val="60000"/>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sp>
    <dsp:sp modelId="{6539F0F6-6679-4B6A-8B37-41F889F5D9BB}">
      <dsp:nvSpPr>
        <dsp:cNvPr id="0" name=""/>
        <dsp:cNvSpPr/>
      </dsp:nvSpPr>
      <dsp:spPr>
        <a:xfrm>
          <a:off x="5905380" y="2043774"/>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Associate each transition with closest node.</a:t>
          </a:r>
        </a:p>
      </dsp:txBody>
      <dsp:txXfrm>
        <a:off x="5944367" y="2082761"/>
        <a:ext cx="2140557" cy="1253144"/>
      </dsp:txXfrm>
    </dsp:sp>
    <dsp:sp modelId="{9AE3D675-12EC-4A9C-BFFC-31C28CA7F1A0}">
      <dsp:nvSpPr>
        <dsp:cNvPr id="0" name=""/>
        <dsp:cNvSpPr/>
      </dsp:nvSpPr>
      <dsp:spPr>
        <a:xfrm>
          <a:off x="5905380" y="3707672"/>
          <a:ext cx="2218531" cy="1331118"/>
        </a:xfrm>
        <a:prstGeom prst="roundRect">
          <a:avLst>
            <a:gd name="adj" fmla="val 10000"/>
          </a:avLst>
        </a:prstGeom>
        <a:solidFill>
          <a:schemeClr val="dk2">
            <a:hueOff val="0"/>
            <a:satOff val="0"/>
            <a:lumOff val="0"/>
            <a:alphaOff val="0"/>
          </a:schemeClr>
        </a:solidFill>
        <a:ln>
          <a:noFill/>
        </a:ln>
        <a:effectLst>
          <a:outerShdw blurRad="127000" dist="63500" dir="2700000" algn="br" rotWithShape="0">
            <a:srgbClr val="000000">
              <a:alpha val="25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Find combination of Nodes, blobs, transitions and textbox associated with arrow.</a:t>
          </a:r>
        </a:p>
      </dsp:txBody>
      <dsp:txXfrm>
        <a:off x="5944367" y="3746659"/>
        <a:ext cx="2140557" cy="12531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D241F9-BED1-4982-9437-EFA2776E336A}">
      <dsp:nvSpPr>
        <dsp:cNvPr id="0" name=""/>
        <dsp:cNvSpPr/>
      </dsp:nvSpPr>
      <dsp:spPr>
        <a:xfrm rot="5400000">
          <a:off x="15852" y="1155518"/>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68EC3226-8552-450B-8EC1-3D48ACBCFEFB}">
      <dsp:nvSpPr>
        <dsp:cNvPr id="0" name=""/>
        <dsp:cNvSpPr/>
      </dsp:nvSpPr>
      <dsp:spPr>
        <a:xfrm>
          <a:off x="430807" y="394"/>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Waveform Image Localization</a:t>
          </a:r>
        </a:p>
      </dsp:txBody>
      <dsp:txXfrm>
        <a:off x="473377" y="42964"/>
        <a:ext cx="2337262" cy="1368301"/>
      </dsp:txXfrm>
    </dsp:sp>
    <dsp:sp modelId="{079902C9-14B7-40CC-A705-F7064FB75E85}">
      <dsp:nvSpPr>
        <dsp:cNvPr id="0" name=""/>
        <dsp:cNvSpPr/>
      </dsp:nvSpPr>
      <dsp:spPr>
        <a:xfrm rot="5400000">
          <a:off x="15852" y="2972320"/>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B917628-611C-4705-9272-A5A15BEE1E1A}">
      <dsp:nvSpPr>
        <dsp:cNvPr id="0" name=""/>
        <dsp:cNvSpPr/>
      </dsp:nvSpPr>
      <dsp:spPr>
        <a:xfrm>
          <a:off x="430807" y="1817196"/>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Waveform Image Extraction</a:t>
          </a:r>
        </a:p>
      </dsp:txBody>
      <dsp:txXfrm>
        <a:off x="473377" y="1859766"/>
        <a:ext cx="2337262" cy="1368301"/>
      </dsp:txXfrm>
    </dsp:sp>
    <dsp:sp modelId="{EA776798-5697-418E-BA77-4C692AEACAB6}">
      <dsp:nvSpPr>
        <dsp:cNvPr id="0" name=""/>
        <dsp:cNvSpPr/>
      </dsp:nvSpPr>
      <dsp:spPr>
        <a:xfrm>
          <a:off x="924253" y="3880721"/>
          <a:ext cx="3212830"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7A94DEFA-2A8F-4A5F-9E52-B4C581FC6C3F}">
      <dsp:nvSpPr>
        <dsp:cNvPr id="0" name=""/>
        <dsp:cNvSpPr/>
      </dsp:nvSpPr>
      <dsp:spPr>
        <a:xfrm>
          <a:off x="430807" y="3633998"/>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Custom Kernelization for filtering </a:t>
          </a:r>
        </a:p>
      </dsp:txBody>
      <dsp:txXfrm>
        <a:off x="473377" y="3676568"/>
        <a:ext cx="2337262" cy="1368301"/>
      </dsp:txXfrm>
    </dsp:sp>
    <dsp:sp modelId="{7115E0AF-348C-419E-ACC9-B7EC267AD61F}">
      <dsp:nvSpPr>
        <dsp:cNvPr id="0" name=""/>
        <dsp:cNvSpPr/>
      </dsp:nvSpPr>
      <dsp:spPr>
        <a:xfrm rot="16200000">
          <a:off x="3237647" y="2972320"/>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1B74CB2C-291C-4B77-BE0B-23485749336A}">
      <dsp:nvSpPr>
        <dsp:cNvPr id="0" name=""/>
        <dsp:cNvSpPr/>
      </dsp:nvSpPr>
      <dsp:spPr>
        <a:xfrm>
          <a:off x="3652603" y="3633998"/>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Linking PDF text to Image Arrows</a:t>
          </a:r>
        </a:p>
      </dsp:txBody>
      <dsp:txXfrm>
        <a:off x="3695173" y="3676568"/>
        <a:ext cx="2337262" cy="1368301"/>
      </dsp:txXfrm>
    </dsp:sp>
    <dsp:sp modelId="{67C3CD14-5E9E-4365-B64A-6371B312D02E}">
      <dsp:nvSpPr>
        <dsp:cNvPr id="0" name=""/>
        <dsp:cNvSpPr/>
      </dsp:nvSpPr>
      <dsp:spPr>
        <a:xfrm rot="16200000">
          <a:off x="3237647" y="1155518"/>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4B014445-7A92-4732-B65E-C9CCFF57F302}">
      <dsp:nvSpPr>
        <dsp:cNvPr id="0" name=""/>
        <dsp:cNvSpPr/>
      </dsp:nvSpPr>
      <dsp:spPr>
        <a:xfrm>
          <a:off x="3652603" y="1817196"/>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Extracting Text from PDF</a:t>
          </a:r>
        </a:p>
      </dsp:txBody>
      <dsp:txXfrm>
        <a:off x="3695173" y="1859766"/>
        <a:ext cx="2337262" cy="1368301"/>
      </dsp:txXfrm>
    </dsp:sp>
    <dsp:sp modelId="{FB9B79C6-F984-4E42-964E-F2D4DBC4A796}">
      <dsp:nvSpPr>
        <dsp:cNvPr id="0" name=""/>
        <dsp:cNvSpPr/>
      </dsp:nvSpPr>
      <dsp:spPr>
        <a:xfrm>
          <a:off x="4146048" y="247117"/>
          <a:ext cx="3212830"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879D3B0-CEFE-462A-A56D-11AD8A16CDDF}">
      <dsp:nvSpPr>
        <dsp:cNvPr id="0" name=""/>
        <dsp:cNvSpPr/>
      </dsp:nvSpPr>
      <dsp:spPr>
        <a:xfrm>
          <a:off x="3652603" y="394"/>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CNN Model to classify Arrow V/S Non-arrows</a:t>
          </a:r>
        </a:p>
      </dsp:txBody>
      <dsp:txXfrm>
        <a:off x="3695173" y="42964"/>
        <a:ext cx="2337262" cy="1368301"/>
      </dsp:txXfrm>
    </dsp:sp>
    <dsp:sp modelId="{615A11BF-A4C4-4183-884B-B513F08E1433}">
      <dsp:nvSpPr>
        <dsp:cNvPr id="0" name=""/>
        <dsp:cNvSpPr/>
      </dsp:nvSpPr>
      <dsp:spPr>
        <a:xfrm rot="5400000">
          <a:off x="6459443" y="1155518"/>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406975F4-EF4B-4700-BB22-2888BB0EEFF6}">
      <dsp:nvSpPr>
        <dsp:cNvPr id="0" name=""/>
        <dsp:cNvSpPr/>
      </dsp:nvSpPr>
      <dsp:spPr>
        <a:xfrm>
          <a:off x="6874398" y="394"/>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Linking Pins Information</a:t>
          </a:r>
        </a:p>
      </dsp:txBody>
      <dsp:txXfrm>
        <a:off x="6916968" y="42964"/>
        <a:ext cx="2337262" cy="1368301"/>
      </dsp:txXfrm>
    </dsp:sp>
    <dsp:sp modelId="{A7BED3D8-2462-4672-9B5F-75D5D77CFA14}">
      <dsp:nvSpPr>
        <dsp:cNvPr id="0" name=""/>
        <dsp:cNvSpPr/>
      </dsp:nvSpPr>
      <dsp:spPr>
        <a:xfrm rot="5400000">
          <a:off x="6459443" y="2972320"/>
          <a:ext cx="1807837" cy="218016"/>
        </a:xfrm>
        <a:prstGeom prst="rect">
          <a:avLst/>
        </a:prstGeom>
        <a:solidFill>
          <a:schemeClr val="dk2">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6930EF35-E205-43EF-8A7E-1579998165B1}">
      <dsp:nvSpPr>
        <dsp:cNvPr id="0" name=""/>
        <dsp:cNvSpPr/>
      </dsp:nvSpPr>
      <dsp:spPr>
        <a:xfrm>
          <a:off x="6874398" y="1817196"/>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Linking Command to Command for each timing</a:t>
          </a:r>
        </a:p>
      </dsp:txBody>
      <dsp:txXfrm>
        <a:off x="6916968" y="1859766"/>
        <a:ext cx="2337262" cy="1368301"/>
      </dsp:txXfrm>
    </dsp:sp>
    <dsp:sp modelId="{B092B824-066E-4022-A63B-CE65B967A397}">
      <dsp:nvSpPr>
        <dsp:cNvPr id="0" name=""/>
        <dsp:cNvSpPr/>
      </dsp:nvSpPr>
      <dsp:spPr>
        <a:xfrm>
          <a:off x="6874398" y="3633998"/>
          <a:ext cx="2422402" cy="1453441"/>
        </a:xfrm>
        <a:prstGeom prst="roundRect">
          <a:avLst>
            <a:gd name="adj" fmla="val 10000"/>
          </a:avLst>
        </a:prstGeom>
        <a:solidFill>
          <a:schemeClr val="dk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Conversion to Excel file</a:t>
          </a:r>
        </a:p>
      </dsp:txBody>
      <dsp:txXfrm>
        <a:off x="6916968" y="3676568"/>
        <a:ext cx="2337262" cy="136830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06-Jun-25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06-Jun-25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
        <p:nvSpPr>
          <p:cNvPr id="7" name="TextBox 6">
            <a:extLst>
              <a:ext uri="{FF2B5EF4-FFF2-40B4-BE49-F238E27FC236}">
                <a16:creationId xmlns:a16="http://schemas.microsoft.com/office/drawing/2014/main" id="{8D7F64F9-CB88-C3A7-1F87-7943ED5FB395}"/>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8" name="TextBox 7">
            <a:extLst>
              <a:ext uri="{FF2B5EF4-FFF2-40B4-BE49-F238E27FC236}">
                <a16:creationId xmlns:a16="http://schemas.microsoft.com/office/drawing/2014/main" id="{E7897922-DE77-44A0-E577-16EDF68E9676}"/>
              </a:ext>
            </a:extLst>
          </p:cNvPr>
          <p:cNvSpPr txBox="1"/>
          <p:nvPr userDrawn="1">
            <p:extLst>
              <p:ext uri="{1162E1C5-73C7-4A58-AE30-91384D911F3F}">
                <p184:classification xmlns:p184="http://schemas.microsoft.com/office/powerpoint/2018/4/main" val="ftr"/>
              </p:ext>
            </p:extLst>
          </p:nvPr>
        </p:nvSpPr>
        <p:spPr>
          <a:xfrm>
            <a:off x="0" y="6675120"/>
            <a:ext cx="1341438" cy="137160"/>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4.xml"/><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1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4.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1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7.png"/><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18.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43.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9.png"/><Relationship Id="rId1" Type="http://schemas.openxmlformats.org/officeDocument/2006/relationships/slideLayout" Target="../slideLayouts/slideLayout14.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44.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CEE1A-EA82-6D09-E2C3-F83A8D04A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E8400-F126-B2F7-6B55-D713B6E36E02}"/>
              </a:ext>
            </a:extLst>
          </p:cNvPr>
          <p:cNvSpPr>
            <a:spLocks noGrp="1"/>
          </p:cNvSpPr>
          <p:nvPr>
            <p:ph type="title"/>
          </p:nvPr>
        </p:nvSpPr>
        <p:spPr/>
        <p:txBody>
          <a:bodyPr/>
          <a:lstStyle/>
          <a:p>
            <a:r>
              <a:rPr lang="en-US" dirty="0"/>
              <a:t>State Transition Extraction Flowchart</a:t>
            </a:r>
          </a:p>
        </p:txBody>
      </p:sp>
      <p:graphicFrame>
        <p:nvGraphicFramePr>
          <p:cNvPr id="3" name="Diagram 2">
            <a:extLst>
              <a:ext uri="{FF2B5EF4-FFF2-40B4-BE49-F238E27FC236}">
                <a16:creationId xmlns:a16="http://schemas.microsoft.com/office/drawing/2014/main" id="{2B62B3BE-10F0-29C4-E157-7E85EB3AEB04}"/>
              </a:ext>
            </a:extLst>
          </p:cNvPr>
          <p:cNvGraphicFramePr/>
          <p:nvPr/>
        </p:nvGraphicFramePr>
        <p:xfrm>
          <a:off x="2032000" y="88094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2313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1EFC3-5F62-6208-1CF3-70D779474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22282-74BC-CF8D-7C10-C8E37365B732}"/>
              </a:ext>
            </a:extLst>
          </p:cNvPr>
          <p:cNvSpPr>
            <a:spLocks noGrp="1"/>
          </p:cNvSpPr>
          <p:nvPr>
            <p:ph type="title"/>
          </p:nvPr>
        </p:nvSpPr>
        <p:spPr>
          <a:xfrm>
            <a:off x="169516" y="298174"/>
            <a:ext cx="11219688" cy="534871"/>
          </a:xfrm>
        </p:spPr>
        <p:txBody>
          <a:bodyPr/>
          <a:lstStyle/>
          <a:p>
            <a:r>
              <a:rPr lang="en-US" dirty="0"/>
              <a:t>Extraction of state transition diagram</a:t>
            </a:r>
          </a:p>
        </p:txBody>
      </p:sp>
      <p:pic>
        <p:nvPicPr>
          <p:cNvPr id="9" name="Picture 8" descr="A diagram of a network&#10;&#10;Description automatically generated">
            <a:extLst>
              <a:ext uri="{FF2B5EF4-FFF2-40B4-BE49-F238E27FC236}">
                <a16:creationId xmlns:a16="http://schemas.microsoft.com/office/drawing/2014/main" id="{520EB747-D393-57BB-9139-9A6EA0899C1B}"/>
              </a:ext>
            </a:extLst>
          </p:cNvPr>
          <p:cNvPicPr>
            <a:picLocks noChangeAspect="1"/>
          </p:cNvPicPr>
          <p:nvPr/>
        </p:nvPicPr>
        <p:blipFill>
          <a:blip r:embed="rId2"/>
          <a:stretch>
            <a:fillRect/>
          </a:stretch>
        </p:blipFill>
        <p:spPr>
          <a:xfrm>
            <a:off x="238887" y="897183"/>
            <a:ext cx="3469978" cy="4490559"/>
          </a:xfrm>
          <a:prstGeom prst="rect">
            <a:avLst/>
          </a:prstGeom>
          <a:ln w="28575">
            <a:solidFill>
              <a:schemeClr val="tx1"/>
            </a:solidFill>
          </a:ln>
        </p:spPr>
      </p:pic>
      <p:pic>
        <p:nvPicPr>
          <p:cNvPr id="11" name="Picture 10" descr="A diagram of a network&#10;&#10;Description automatically generated">
            <a:extLst>
              <a:ext uri="{FF2B5EF4-FFF2-40B4-BE49-F238E27FC236}">
                <a16:creationId xmlns:a16="http://schemas.microsoft.com/office/drawing/2014/main" id="{4D1D2C4D-2849-D00F-E9EC-E279186F22FE}"/>
              </a:ext>
            </a:extLst>
          </p:cNvPr>
          <p:cNvPicPr>
            <a:picLocks noChangeAspect="1"/>
          </p:cNvPicPr>
          <p:nvPr/>
        </p:nvPicPr>
        <p:blipFill>
          <a:blip r:embed="rId3"/>
          <a:stretch>
            <a:fillRect/>
          </a:stretch>
        </p:blipFill>
        <p:spPr>
          <a:xfrm>
            <a:off x="4360216" y="870852"/>
            <a:ext cx="3469979" cy="4551604"/>
          </a:xfrm>
          <a:prstGeom prst="rect">
            <a:avLst/>
          </a:prstGeom>
          <a:ln w="28575">
            <a:solidFill>
              <a:schemeClr val="tx1"/>
            </a:solidFill>
          </a:ln>
        </p:spPr>
      </p:pic>
      <p:pic>
        <p:nvPicPr>
          <p:cNvPr id="13" name="Picture 12" descr="A diagram of a triangle&#10;&#10;Description automatically generated with medium confidence">
            <a:extLst>
              <a:ext uri="{FF2B5EF4-FFF2-40B4-BE49-F238E27FC236}">
                <a16:creationId xmlns:a16="http://schemas.microsoft.com/office/drawing/2014/main" id="{BBEBEAF0-F841-21A4-0B58-99C56BEA323B}"/>
              </a:ext>
            </a:extLst>
          </p:cNvPr>
          <p:cNvPicPr>
            <a:picLocks noChangeAspect="1"/>
          </p:cNvPicPr>
          <p:nvPr/>
        </p:nvPicPr>
        <p:blipFill>
          <a:blip r:embed="rId4"/>
          <a:stretch>
            <a:fillRect/>
          </a:stretch>
        </p:blipFill>
        <p:spPr>
          <a:xfrm>
            <a:off x="8449122" y="870851"/>
            <a:ext cx="3503991" cy="4534577"/>
          </a:xfrm>
          <a:prstGeom prst="rect">
            <a:avLst/>
          </a:prstGeom>
          <a:ln w="28575">
            <a:solidFill>
              <a:schemeClr val="tx1"/>
            </a:solidFill>
          </a:ln>
        </p:spPr>
      </p:pic>
      <p:sp>
        <p:nvSpPr>
          <p:cNvPr id="16" name="Arrow: Right 15">
            <a:extLst>
              <a:ext uri="{FF2B5EF4-FFF2-40B4-BE49-F238E27FC236}">
                <a16:creationId xmlns:a16="http://schemas.microsoft.com/office/drawing/2014/main" id="{B37955D6-1BF9-D0FF-05A4-490A15672FD8}"/>
              </a:ext>
            </a:extLst>
          </p:cNvPr>
          <p:cNvSpPr/>
          <p:nvPr/>
        </p:nvSpPr>
        <p:spPr>
          <a:xfrm>
            <a:off x="3674180" y="2825890"/>
            <a:ext cx="720722" cy="355531"/>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9DA63317-7D70-8E5D-1A87-1ABADBF199AF}"/>
              </a:ext>
            </a:extLst>
          </p:cNvPr>
          <p:cNvSpPr/>
          <p:nvPr/>
        </p:nvSpPr>
        <p:spPr>
          <a:xfrm>
            <a:off x="7830194" y="2937023"/>
            <a:ext cx="618928" cy="355531"/>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84C060A-98A5-8616-107E-C28DE9C4B3B8}"/>
              </a:ext>
            </a:extLst>
          </p:cNvPr>
          <p:cNvSpPr txBox="1"/>
          <p:nvPr/>
        </p:nvSpPr>
        <p:spPr>
          <a:xfrm>
            <a:off x="4722486" y="5422456"/>
            <a:ext cx="2745437" cy="1200329"/>
          </a:xfrm>
          <a:prstGeom prst="rect">
            <a:avLst/>
          </a:prstGeom>
          <a:solidFill>
            <a:schemeClr val="tx1"/>
          </a:solidFill>
        </p:spPr>
        <p:txBody>
          <a:bodyPr wrap="square" rtlCol="0">
            <a:spAutoFit/>
          </a:bodyPr>
          <a:lstStyle/>
          <a:p>
            <a:r>
              <a:rPr lang="en-US" b="1" dirty="0">
                <a:solidFill>
                  <a:srgbClr val="FFC000"/>
                </a:solidFill>
              </a:rPr>
              <a:t>Step2: Node Detections </a:t>
            </a:r>
            <a:r>
              <a:rPr lang="en-US" dirty="0">
                <a:solidFill>
                  <a:schemeClr val="bg1"/>
                </a:solidFill>
              </a:rPr>
              <a:t>(Double circle to detect if the nodes expand further)</a:t>
            </a:r>
          </a:p>
        </p:txBody>
      </p:sp>
      <p:sp>
        <p:nvSpPr>
          <p:cNvPr id="19" name="TextBox 18">
            <a:extLst>
              <a:ext uri="{FF2B5EF4-FFF2-40B4-BE49-F238E27FC236}">
                <a16:creationId xmlns:a16="http://schemas.microsoft.com/office/drawing/2014/main" id="{C3BB6B7B-592D-E8DE-84E0-B0A8133BDA9E}"/>
              </a:ext>
            </a:extLst>
          </p:cNvPr>
          <p:cNvSpPr txBox="1"/>
          <p:nvPr/>
        </p:nvSpPr>
        <p:spPr>
          <a:xfrm>
            <a:off x="488362" y="5387742"/>
            <a:ext cx="3003451" cy="1200329"/>
          </a:xfrm>
          <a:prstGeom prst="rect">
            <a:avLst/>
          </a:prstGeom>
          <a:solidFill>
            <a:schemeClr val="tx1"/>
          </a:solidFill>
        </p:spPr>
        <p:txBody>
          <a:bodyPr wrap="square" rtlCol="0">
            <a:spAutoFit/>
          </a:bodyPr>
          <a:lstStyle/>
          <a:p>
            <a:r>
              <a:rPr lang="en-US" b="1" dirty="0">
                <a:solidFill>
                  <a:srgbClr val="FFC000"/>
                </a:solidFill>
              </a:rPr>
              <a:t>Step1: Simplified State Transition Diagram </a:t>
            </a:r>
            <a:r>
              <a:rPr lang="en-US" dirty="0">
                <a:solidFill>
                  <a:schemeClr val="bg1"/>
                </a:solidFill>
              </a:rPr>
              <a:t>highlighting Transitions from one state to another</a:t>
            </a:r>
          </a:p>
        </p:txBody>
      </p:sp>
      <p:sp>
        <p:nvSpPr>
          <p:cNvPr id="20" name="TextBox 19">
            <a:extLst>
              <a:ext uri="{FF2B5EF4-FFF2-40B4-BE49-F238E27FC236}">
                <a16:creationId xmlns:a16="http://schemas.microsoft.com/office/drawing/2014/main" id="{C640F88E-2A52-CBDB-3E5E-6385E4F5192E}"/>
              </a:ext>
            </a:extLst>
          </p:cNvPr>
          <p:cNvSpPr txBox="1"/>
          <p:nvPr/>
        </p:nvSpPr>
        <p:spPr>
          <a:xfrm>
            <a:off x="9035896" y="5422456"/>
            <a:ext cx="2667742" cy="1200329"/>
          </a:xfrm>
          <a:prstGeom prst="rect">
            <a:avLst/>
          </a:prstGeom>
          <a:solidFill>
            <a:schemeClr val="tx1"/>
          </a:solidFill>
        </p:spPr>
        <p:txBody>
          <a:bodyPr wrap="square" rtlCol="0">
            <a:spAutoFit/>
          </a:bodyPr>
          <a:lstStyle/>
          <a:p>
            <a:r>
              <a:rPr lang="en-US" b="1" dirty="0">
                <a:solidFill>
                  <a:srgbClr val="FFC000"/>
                </a:solidFill>
              </a:rPr>
              <a:t>Step3: Remove Nodes </a:t>
            </a:r>
            <a:r>
              <a:rPr lang="en-US" dirty="0">
                <a:solidFill>
                  <a:schemeClr val="bg1"/>
                </a:solidFill>
              </a:rPr>
              <a:t>(to avoid Contour overlap) and </a:t>
            </a:r>
            <a:r>
              <a:rPr lang="en-US" b="1" dirty="0">
                <a:solidFill>
                  <a:srgbClr val="FFC000"/>
                </a:solidFill>
              </a:rPr>
              <a:t>Skeletonize</a:t>
            </a:r>
            <a:r>
              <a:rPr lang="en-US" dirty="0">
                <a:solidFill>
                  <a:schemeClr val="bg1"/>
                </a:solidFill>
              </a:rPr>
              <a:t> the image.</a:t>
            </a:r>
          </a:p>
        </p:txBody>
      </p:sp>
    </p:spTree>
    <p:extLst>
      <p:ext uri="{BB962C8B-B14F-4D97-AF65-F5344CB8AC3E}">
        <p14:creationId xmlns:p14="http://schemas.microsoft.com/office/powerpoint/2010/main" val="875013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5BEBA-C9B2-16E1-E0CE-C667BC8551B0}"/>
            </a:ext>
          </a:extLst>
        </p:cNvPr>
        <p:cNvGrpSpPr/>
        <p:nvPr/>
      </p:nvGrpSpPr>
      <p:grpSpPr>
        <a:xfrm>
          <a:off x="0" y="0"/>
          <a:ext cx="0" cy="0"/>
          <a:chOff x="0" y="0"/>
          <a:chExt cx="0" cy="0"/>
        </a:xfrm>
      </p:grpSpPr>
      <p:pic>
        <p:nvPicPr>
          <p:cNvPr id="7" name="Picture 6" descr="A close-up of a line drawing&#10;&#10;Description automatically generated">
            <a:extLst>
              <a:ext uri="{FF2B5EF4-FFF2-40B4-BE49-F238E27FC236}">
                <a16:creationId xmlns:a16="http://schemas.microsoft.com/office/drawing/2014/main" id="{9FC14D43-7CC4-D088-C0B4-AA043ED7C7F6}"/>
              </a:ext>
            </a:extLst>
          </p:cNvPr>
          <p:cNvPicPr>
            <a:picLocks noChangeAspect="1"/>
          </p:cNvPicPr>
          <p:nvPr/>
        </p:nvPicPr>
        <p:blipFill>
          <a:blip r:embed="rId2"/>
          <a:stretch>
            <a:fillRect/>
          </a:stretch>
        </p:blipFill>
        <p:spPr>
          <a:xfrm>
            <a:off x="251070" y="882498"/>
            <a:ext cx="3320545" cy="4164030"/>
          </a:xfrm>
          <a:prstGeom prst="rect">
            <a:avLst/>
          </a:prstGeom>
          <a:ln w="28575">
            <a:solidFill>
              <a:schemeClr val="tx1"/>
            </a:solidFill>
          </a:ln>
        </p:spPr>
      </p:pic>
      <p:pic>
        <p:nvPicPr>
          <p:cNvPr id="9" name="Picture 8" descr="A diagram of a network&#10;&#10;Description automatically generated">
            <a:extLst>
              <a:ext uri="{FF2B5EF4-FFF2-40B4-BE49-F238E27FC236}">
                <a16:creationId xmlns:a16="http://schemas.microsoft.com/office/drawing/2014/main" id="{C46CCE5D-A75C-6CE6-567D-4C8F21D9ECD5}"/>
              </a:ext>
            </a:extLst>
          </p:cNvPr>
          <p:cNvPicPr>
            <a:picLocks noChangeAspect="1"/>
          </p:cNvPicPr>
          <p:nvPr/>
        </p:nvPicPr>
        <p:blipFill>
          <a:blip r:embed="rId3"/>
          <a:stretch>
            <a:fillRect/>
          </a:stretch>
        </p:blipFill>
        <p:spPr>
          <a:xfrm>
            <a:off x="4080935" y="851496"/>
            <a:ext cx="3382616" cy="4195032"/>
          </a:xfrm>
          <a:prstGeom prst="rect">
            <a:avLst/>
          </a:prstGeom>
          <a:ln w="28575">
            <a:solidFill>
              <a:schemeClr val="tx1"/>
            </a:solidFill>
          </a:ln>
        </p:spPr>
      </p:pic>
      <p:pic>
        <p:nvPicPr>
          <p:cNvPr id="15" name="Picture 14">
            <a:extLst>
              <a:ext uri="{FF2B5EF4-FFF2-40B4-BE49-F238E27FC236}">
                <a16:creationId xmlns:a16="http://schemas.microsoft.com/office/drawing/2014/main" id="{BED85BE6-1288-00A7-CE14-D3B26A4E43D8}"/>
              </a:ext>
            </a:extLst>
          </p:cNvPr>
          <p:cNvPicPr>
            <a:picLocks noChangeAspect="1"/>
          </p:cNvPicPr>
          <p:nvPr/>
        </p:nvPicPr>
        <p:blipFill>
          <a:blip r:embed="rId4"/>
          <a:stretch>
            <a:fillRect/>
          </a:stretch>
        </p:blipFill>
        <p:spPr>
          <a:xfrm>
            <a:off x="7972871" y="786805"/>
            <a:ext cx="3829051" cy="4259723"/>
          </a:xfrm>
          <a:prstGeom prst="rect">
            <a:avLst/>
          </a:prstGeom>
          <a:ln w="28575">
            <a:solidFill>
              <a:schemeClr val="tx1"/>
            </a:solidFill>
          </a:ln>
        </p:spPr>
      </p:pic>
      <p:sp>
        <p:nvSpPr>
          <p:cNvPr id="16" name="Arrow: Right 15">
            <a:extLst>
              <a:ext uri="{FF2B5EF4-FFF2-40B4-BE49-F238E27FC236}">
                <a16:creationId xmlns:a16="http://schemas.microsoft.com/office/drawing/2014/main" id="{7D35C2DF-87A8-08B9-C87E-464C54A59301}"/>
              </a:ext>
            </a:extLst>
          </p:cNvPr>
          <p:cNvSpPr/>
          <p:nvPr/>
        </p:nvSpPr>
        <p:spPr>
          <a:xfrm>
            <a:off x="3571615" y="2820060"/>
            <a:ext cx="509320" cy="32385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DBD71883-069C-4502-2D34-DF46048FA31F}"/>
              </a:ext>
            </a:extLst>
          </p:cNvPr>
          <p:cNvSpPr/>
          <p:nvPr/>
        </p:nvSpPr>
        <p:spPr>
          <a:xfrm>
            <a:off x="7463551" y="2810535"/>
            <a:ext cx="509320" cy="32385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E0B84FF-9029-C06E-A0E4-307F9E88BD72}"/>
              </a:ext>
            </a:extLst>
          </p:cNvPr>
          <p:cNvSpPr txBox="1"/>
          <p:nvPr/>
        </p:nvSpPr>
        <p:spPr>
          <a:xfrm>
            <a:off x="4143006" y="5083940"/>
            <a:ext cx="3320545" cy="1477328"/>
          </a:xfrm>
          <a:prstGeom prst="rect">
            <a:avLst/>
          </a:prstGeom>
          <a:solidFill>
            <a:schemeClr val="tx1"/>
          </a:solidFill>
        </p:spPr>
        <p:txBody>
          <a:bodyPr wrap="square" rtlCol="0">
            <a:spAutoFit/>
          </a:bodyPr>
          <a:lstStyle/>
          <a:p>
            <a:pPr algn="ctr"/>
            <a:r>
              <a:rPr lang="en-US" b="1" dirty="0">
                <a:solidFill>
                  <a:srgbClr val="FFC000"/>
                </a:solidFill>
              </a:rPr>
              <a:t>Step5: Optical Character Recognition </a:t>
            </a:r>
            <a:r>
              <a:rPr lang="en-US" dirty="0">
                <a:solidFill>
                  <a:schemeClr val="bg1"/>
                </a:solidFill>
              </a:rPr>
              <a:t>(to understand and detect all the text present in the image for nodes and commands)</a:t>
            </a:r>
          </a:p>
        </p:txBody>
      </p:sp>
      <p:sp>
        <p:nvSpPr>
          <p:cNvPr id="19" name="TextBox 18">
            <a:extLst>
              <a:ext uri="{FF2B5EF4-FFF2-40B4-BE49-F238E27FC236}">
                <a16:creationId xmlns:a16="http://schemas.microsoft.com/office/drawing/2014/main" id="{50D21F8C-D669-0C57-64D8-78EDD308CB1D}"/>
              </a:ext>
            </a:extLst>
          </p:cNvPr>
          <p:cNvSpPr txBox="1"/>
          <p:nvPr/>
        </p:nvSpPr>
        <p:spPr>
          <a:xfrm>
            <a:off x="251069" y="5094505"/>
            <a:ext cx="3320545" cy="1477328"/>
          </a:xfrm>
          <a:prstGeom prst="rect">
            <a:avLst/>
          </a:prstGeom>
          <a:solidFill>
            <a:schemeClr val="tx1"/>
          </a:solidFill>
        </p:spPr>
        <p:txBody>
          <a:bodyPr wrap="square" rtlCol="0">
            <a:spAutoFit/>
          </a:bodyPr>
          <a:lstStyle/>
          <a:p>
            <a:pPr algn="ctr"/>
            <a:r>
              <a:rPr lang="en-US" b="1" dirty="0">
                <a:solidFill>
                  <a:srgbClr val="FFC000"/>
                </a:solidFill>
              </a:rPr>
              <a:t>Step4: Arrow Detections (Overlapping Arrows, Broken Arrows, Different directions)</a:t>
            </a:r>
            <a:r>
              <a:rPr lang="en-US" b="1" dirty="0">
                <a:solidFill>
                  <a:schemeClr val="bg1"/>
                </a:solidFill>
              </a:rPr>
              <a:t>, </a:t>
            </a:r>
            <a:r>
              <a:rPr lang="en-US" dirty="0">
                <a:solidFill>
                  <a:schemeClr val="bg1"/>
                </a:solidFill>
              </a:rPr>
              <a:t>Detect arrow start, end, Directed Graph</a:t>
            </a:r>
          </a:p>
        </p:txBody>
      </p:sp>
      <p:sp>
        <p:nvSpPr>
          <p:cNvPr id="20" name="TextBox 19">
            <a:extLst>
              <a:ext uri="{FF2B5EF4-FFF2-40B4-BE49-F238E27FC236}">
                <a16:creationId xmlns:a16="http://schemas.microsoft.com/office/drawing/2014/main" id="{972CD1C4-617F-CF91-779B-022B53B8918B}"/>
              </a:ext>
            </a:extLst>
          </p:cNvPr>
          <p:cNvSpPr txBox="1"/>
          <p:nvPr/>
        </p:nvSpPr>
        <p:spPr>
          <a:xfrm>
            <a:off x="8578736" y="5046528"/>
            <a:ext cx="2617319" cy="1477328"/>
          </a:xfrm>
          <a:prstGeom prst="rect">
            <a:avLst/>
          </a:prstGeom>
          <a:solidFill>
            <a:schemeClr val="tx1"/>
          </a:solidFill>
        </p:spPr>
        <p:txBody>
          <a:bodyPr wrap="square" rtlCol="0">
            <a:spAutoFit/>
          </a:bodyPr>
          <a:lstStyle/>
          <a:p>
            <a:pPr algn="ctr"/>
            <a:r>
              <a:rPr lang="en-US" b="1" dirty="0">
                <a:solidFill>
                  <a:srgbClr val="FFC000"/>
                </a:solidFill>
              </a:rPr>
              <a:t>Step6: Linking nodes, text and commands</a:t>
            </a:r>
            <a:r>
              <a:rPr lang="en-US" dirty="0">
                <a:solidFill>
                  <a:schemeClr val="bg1"/>
                </a:solidFill>
              </a:rPr>
              <a:t> together and capture it into a </a:t>
            </a:r>
            <a:r>
              <a:rPr lang="en-US" b="1" dirty="0">
                <a:solidFill>
                  <a:srgbClr val="FFC000"/>
                </a:solidFill>
              </a:rPr>
              <a:t>Transition Matrix</a:t>
            </a:r>
          </a:p>
        </p:txBody>
      </p:sp>
      <p:sp>
        <p:nvSpPr>
          <p:cNvPr id="2" name="Title 1">
            <a:extLst>
              <a:ext uri="{FF2B5EF4-FFF2-40B4-BE49-F238E27FC236}">
                <a16:creationId xmlns:a16="http://schemas.microsoft.com/office/drawing/2014/main" id="{822DE7E4-9DDC-B8ED-9E58-3940A1269336}"/>
              </a:ext>
            </a:extLst>
          </p:cNvPr>
          <p:cNvSpPr>
            <a:spLocks noGrp="1"/>
          </p:cNvSpPr>
          <p:nvPr>
            <p:ph type="title"/>
          </p:nvPr>
        </p:nvSpPr>
        <p:spPr>
          <a:xfrm>
            <a:off x="155373" y="264961"/>
            <a:ext cx="11219688" cy="534871"/>
          </a:xfrm>
        </p:spPr>
        <p:txBody>
          <a:bodyPr/>
          <a:lstStyle/>
          <a:p>
            <a:r>
              <a:rPr lang="en-US" dirty="0"/>
              <a:t>Extraction of state transition diagram</a:t>
            </a:r>
          </a:p>
        </p:txBody>
      </p:sp>
    </p:spTree>
    <p:extLst>
      <p:ext uri="{BB962C8B-B14F-4D97-AF65-F5344CB8AC3E}">
        <p14:creationId xmlns:p14="http://schemas.microsoft.com/office/powerpoint/2010/main" val="3587629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6437-9B84-87F4-0FBD-C47E010F2306}"/>
              </a:ext>
            </a:extLst>
          </p:cNvPr>
          <p:cNvSpPr>
            <a:spLocks noGrp="1"/>
          </p:cNvSpPr>
          <p:nvPr>
            <p:ph type="title"/>
          </p:nvPr>
        </p:nvSpPr>
        <p:spPr/>
        <p:txBody>
          <a:bodyPr/>
          <a:lstStyle/>
          <a:p>
            <a:r>
              <a:rPr lang="en-US" dirty="0"/>
              <a:t>Limitations of Existing Solution</a:t>
            </a:r>
          </a:p>
        </p:txBody>
      </p:sp>
      <p:sp>
        <p:nvSpPr>
          <p:cNvPr id="3" name="Content Placeholder 2">
            <a:extLst>
              <a:ext uri="{FF2B5EF4-FFF2-40B4-BE49-F238E27FC236}">
                <a16:creationId xmlns:a16="http://schemas.microsoft.com/office/drawing/2014/main" id="{1F4915C6-64A9-83FA-D78A-F14AA422F597}"/>
              </a:ext>
            </a:extLst>
          </p:cNvPr>
          <p:cNvSpPr>
            <a:spLocks noGrp="1"/>
          </p:cNvSpPr>
          <p:nvPr>
            <p:ph idx="1"/>
          </p:nvPr>
        </p:nvSpPr>
        <p:spPr>
          <a:xfrm>
            <a:off x="482723" y="1102348"/>
            <a:ext cx="11221595" cy="4342892"/>
          </a:xfrm>
        </p:spPr>
        <p:txBody>
          <a:bodyPr/>
          <a:lstStyle/>
          <a:p>
            <a:r>
              <a:rPr lang="en-US" dirty="0"/>
              <a:t>Limited extractions in case of broken arrows (text within the arrows)</a:t>
            </a:r>
          </a:p>
          <a:p>
            <a:r>
              <a:rPr lang="en-US" dirty="0"/>
              <a:t>Allows and text closely overlap, difficult to associate text to correct arrow when densely packed.</a:t>
            </a:r>
          </a:p>
          <a:p>
            <a:r>
              <a:rPr lang="en-US" dirty="0"/>
              <a:t>Tilted text recognized incorrectly.</a:t>
            </a:r>
          </a:p>
        </p:txBody>
      </p:sp>
      <p:pic>
        <p:nvPicPr>
          <p:cNvPr id="7" name="Picture 6">
            <a:extLst>
              <a:ext uri="{FF2B5EF4-FFF2-40B4-BE49-F238E27FC236}">
                <a16:creationId xmlns:a16="http://schemas.microsoft.com/office/drawing/2014/main" id="{7AFE60E6-7CFE-2F10-7255-C7BB3E019A84}"/>
              </a:ext>
            </a:extLst>
          </p:cNvPr>
          <p:cNvPicPr>
            <a:picLocks noChangeAspect="1"/>
          </p:cNvPicPr>
          <p:nvPr/>
        </p:nvPicPr>
        <p:blipFill>
          <a:blip r:embed="rId2"/>
          <a:stretch>
            <a:fillRect/>
          </a:stretch>
        </p:blipFill>
        <p:spPr>
          <a:xfrm>
            <a:off x="423183" y="2483179"/>
            <a:ext cx="2731593" cy="2243058"/>
          </a:xfrm>
          <a:prstGeom prst="rect">
            <a:avLst/>
          </a:prstGeom>
          <a:ln>
            <a:solidFill>
              <a:schemeClr val="tx1">
                <a:lumMod val="95000"/>
                <a:lumOff val="5000"/>
              </a:schemeClr>
            </a:solidFill>
          </a:ln>
        </p:spPr>
      </p:pic>
      <p:sp>
        <p:nvSpPr>
          <p:cNvPr id="8" name="TextBox 7">
            <a:extLst>
              <a:ext uri="{FF2B5EF4-FFF2-40B4-BE49-F238E27FC236}">
                <a16:creationId xmlns:a16="http://schemas.microsoft.com/office/drawing/2014/main" id="{899A8C9A-B5DC-8269-E5E4-B763A671DE0A}"/>
              </a:ext>
            </a:extLst>
          </p:cNvPr>
          <p:cNvSpPr txBox="1"/>
          <p:nvPr/>
        </p:nvSpPr>
        <p:spPr>
          <a:xfrm>
            <a:off x="215746" y="4726237"/>
            <a:ext cx="3320545" cy="369332"/>
          </a:xfrm>
          <a:prstGeom prst="rect">
            <a:avLst/>
          </a:prstGeom>
          <a:solidFill>
            <a:schemeClr val="tx1"/>
          </a:solidFill>
        </p:spPr>
        <p:txBody>
          <a:bodyPr wrap="square" rtlCol="0">
            <a:spAutoFit/>
          </a:bodyPr>
          <a:lstStyle/>
          <a:p>
            <a:pPr algn="ctr"/>
            <a:r>
              <a:rPr lang="en-US" b="1" dirty="0">
                <a:solidFill>
                  <a:srgbClr val="FFC000"/>
                </a:solidFill>
              </a:rPr>
              <a:t>Broken Arrows</a:t>
            </a:r>
            <a:endParaRPr lang="en-US" dirty="0">
              <a:solidFill>
                <a:schemeClr val="bg1"/>
              </a:solidFill>
            </a:endParaRPr>
          </a:p>
        </p:txBody>
      </p:sp>
      <p:pic>
        <p:nvPicPr>
          <p:cNvPr id="10" name="Picture 9">
            <a:extLst>
              <a:ext uri="{FF2B5EF4-FFF2-40B4-BE49-F238E27FC236}">
                <a16:creationId xmlns:a16="http://schemas.microsoft.com/office/drawing/2014/main" id="{F8A0115A-EF23-9636-1F3D-FF6FE1236559}"/>
              </a:ext>
            </a:extLst>
          </p:cNvPr>
          <p:cNvPicPr>
            <a:picLocks noChangeAspect="1"/>
          </p:cNvPicPr>
          <p:nvPr/>
        </p:nvPicPr>
        <p:blipFill>
          <a:blip r:embed="rId3"/>
          <a:stretch>
            <a:fillRect/>
          </a:stretch>
        </p:blipFill>
        <p:spPr>
          <a:xfrm>
            <a:off x="4061009" y="2491915"/>
            <a:ext cx="3565603" cy="2234321"/>
          </a:xfrm>
          <a:prstGeom prst="rect">
            <a:avLst/>
          </a:prstGeom>
          <a:ln>
            <a:solidFill>
              <a:schemeClr val="tx1">
                <a:lumMod val="95000"/>
                <a:lumOff val="5000"/>
              </a:schemeClr>
            </a:solidFill>
          </a:ln>
        </p:spPr>
      </p:pic>
      <p:pic>
        <p:nvPicPr>
          <p:cNvPr id="12" name="Picture 11">
            <a:extLst>
              <a:ext uri="{FF2B5EF4-FFF2-40B4-BE49-F238E27FC236}">
                <a16:creationId xmlns:a16="http://schemas.microsoft.com/office/drawing/2014/main" id="{CF9D2D40-6842-F5D2-2E08-E9D1946B0974}"/>
              </a:ext>
            </a:extLst>
          </p:cNvPr>
          <p:cNvPicPr>
            <a:picLocks noChangeAspect="1"/>
          </p:cNvPicPr>
          <p:nvPr/>
        </p:nvPicPr>
        <p:blipFill>
          <a:blip r:embed="rId4"/>
          <a:stretch>
            <a:fillRect/>
          </a:stretch>
        </p:blipFill>
        <p:spPr>
          <a:xfrm>
            <a:off x="7948551" y="2491915"/>
            <a:ext cx="3863080" cy="2234320"/>
          </a:xfrm>
          <a:prstGeom prst="rect">
            <a:avLst/>
          </a:prstGeom>
          <a:ln>
            <a:solidFill>
              <a:schemeClr val="tx1">
                <a:lumMod val="95000"/>
                <a:lumOff val="5000"/>
              </a:schemeClr>
            </a:solidFill>
          </a:ln>
        </p:spPr>
      </p:pic>
      <p:sp>
        <p:nvSpPr>
          <p:cNvPr id="13" name="TextBox 12">
            <a:extLst>
              <a:ext uri="{FF2B5EF4-FFF2-40B4-BE49-F238E27FC236}">
                <a16:creationId xmlns:a16="http://schemas.microsoft.com/office/drawing/2014/main" id="{45B2A7FC-4295-FA71-1273-C0B4F0BAA446}"/>
              </a:ext>
            </a:extLst>
          </p:cNvPr>
          <p:cNvSpPr txBox="1"/>
          <p:nvPr/>
        </p:nvSpPr>
        <p:spPr>
          <a:xfrm>
            <a:off x="4137874" y="4726237"/>
            <a:ext cx="3320545" cy="369332"/>
          </a:xfrm>
          <a:prstGeom prst="rect">
            <a:avLst/>
          </a:prstGeom>
          <a:solidFill>
            <a:schemeClr val="tx1"/>
          </a:solidFill>
        </p:spPr>
        <p:txBody>
          <a:bodyPr wrap="square" rtlCol="0">
            <a:spAutoFit/>
          </a:bodyPr>
          <a:lstStyle/>
          <a:p>
            <a:pPr algn="ctr"/>
            <a:r>
              <a:rPr lang="en-US" b="1" dirty="0">
                <a:solidFill>
                  <a:srgbClr val="FFC000"/>
                </a:solidFill>
              </a:rPr>
              <a:t>Text and Arrows Overlap</a:t>
            </a:r>
            <a:endParaRPr lang="en-US" dirty="0">
              <a:solidFill>
                <a:schemeClr val="bg1"/>
              </a:solidFill>
            </a:endParaRPr>
          </a:p>
        </p:txBody>
      </p:sp>
      <p:sp>
        <p:nvSpPr>
          <p:cNvPr id="14" name="TextBox 13">
            <a:extLst>
              <a:ext uri="{FF2B5EF4-FFF2-40B4-BE49-F238E27FC236}">
                <a16:creationId xmlns:a16="http://schemas.microsoft.com/office/drawing/2014/main" id="{B0E1A0FB-F90C-F08D-661A-C58047CECD79}"/>
              </a:ext>
            </a:extLst>
          </p:cNvPr>
          <p:cNvSpPr txBox="1"/>
          <p:nvPr/>
        </p:nvSpPr>
        <p:spPr>
          <a:xfrm>
            <a:off x="8383773" y="4726237"/>
            <a:ext cx="3320545" cy="369332"/>
          </a:xfrm>
          <a:prstGeom prst="rect">
            <a:avLst/>
          </a:prstGeom>
          <a:solidFill>
            <a:schemeClr val="tx1"/>
          </a:solidFill>
        </p:spPr>
        <p:txBody>
          <a:bodyPr wrap="square" rtlCol="0">
            <a:spAutoFit/>
          </a:bodyPr>
          <a:lstStyle/>
          <a:p>
            <a:pPr algn="ctr"/>
            <a:r>
              <a:rPr lang="en-US" b="1" dirty="0">
                <a:solidFill>
                  <a:srgbClr val="FFC000"/>
                </a:solidFill>
              </a:rPr>
              <a:t>Tilted Text</a:t>
            </a:r>
            <a:endParaRPr lang="en-US" dirty="0">
              <a:solidFill>
                <a:schemeClr val="bg1"/>
              </a:solidFill>
            </a:endParaRPr>
          </a:p>
        </p:txBody>
      </p:sp>
    </p:spTree>
    <p:extLst>
      <p:ext uri="{BB962C8B-B14F-4D97-AF65-F5344CB8AC3E}">
        <p14:creationId xmlns:p14="http://schemas.microsoft.com/office/powerpoint/2010/main" val="3811265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0347-1F25-D666-3D70-2EE1BD5C5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268ED-C6EF-F622-E879-1A1C2498BA85}"/>
              </a:ext>
            </a:extLst>
          </p:cNvPr>
          <p:cNvSpPr>
            <a:spLocks noGrp="1"/>
          </p:cNvSpPr>
          <p:nvPr>
            <p:ph type="title"/>
          </p:nvPr>
        </p:nvSpPr>
        <p:spPr/>
        <p:txBody>
          <a:bodyPr/>
          <a:lstStyle/>
          <a:p>
            <a:r>
              <a:rPr lang="en-US" dirty="0"/>
              <a:t>Waveform Extraction Flowchart</a:t>
            </a:r>
          </a:p>
        </p:txBody>
      </p:sp>
      <p:graphicFrame>
        <p:nvGraphicFramePr>
          <p:cNvPr id="6" name="Diagram 5">
            <a:extLst>
              <a:ext uri="{FF2B5EF4-FFF2-40B4-BE49-F238E27FC236}">
                <a16:creationId xmlns:a16="http://schemas.microsoft.com/office/drawing/2014/main" id="{BF0903EF-EBAC-FC54-EC78-47A18D724CAD}"/>
              </a:ext>
            </a:extLst>
          </p:cNvPr>
          <p:cNvGraphicFramePr/>
          <p:nvPr/>
        </p:nvGraphicFramePr>
        <p:xfrm>
          <a:off x="819889" y="1350335"/>
          <a:ext cx="9727609" cy="5087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0057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0CE96-D7CD-0DB9-0EC1-55FEFE8B7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2F2DB-66C5-328A-425F-FBFA08C717B2}"/>
              </a:ext>
            </a:extLst>
          </p:cNvPr>
          <p:cNvSpPr>
            <a:spLocks noGrp="1"/>
          </p:cNvSpPr>
          <p:nvPr>
            <p:ph type="title"/>
          </p:nvPr>
        </p:nvSpPr>
        <p:spPr>
          <a:xfrm>
            <a:off x="406592" y="202262"/>
            <a:ext cx="11219688" cy="534871"/>
          </a:xfrm>
        </p:spPr>
        <p:txBody>
          <a:bodyPr/>
          <a:lstStyle/>
          <a:p>
            <a:r>
              <a:rPr lang="en-US" dirty="0"/>
              <a:t>Waveform Extraction</a:t>
            </a:r>
          </a:p>
        </p:txBody>
      </p:sp>
      <p:pic>
        <p:nvPicPr>
          <p:cNvPr id="9" name="Content Placeholder 8" descr="A blueprint of a machine&#10;&#10;AI-generated content may be incorrect.">
            <a:extLst>
              <a:ext uri="{FF2B5EF4-FFF2-40B4-BE49-F238E27FC236}">
                <a16:creationId xmlns:a16="http://schemas.microsoft.com/office/drawing/2014/main" id="{F9687D41-E1FB-018D-9CBB-F7922123EE3F}"/>
              </a:ext>
            </a:extLst>
          </p:cNvPr>
          <p:cNvPicPr>
            <a:picLocks noGrp="1" noChangeAspect="1"/>
          </p:cNvPicPr>
          <p:nvPr>
            <p:ph idx="1"/>
          </p:nvPr>
        </p:nvPicPr>
        <p:blipFill>
          <a:blip r:embed="rId2"/>
          <a:stretch>
            <a:fillRect/>
          </a:stretch>
        </p:blipFill>
        <p:spPr>
          <a:xfrm>
            <a:off x="2622621" y="783223"/>
            <a:ext cx="3202349" cy="2716951"/>
          </a:xfrm>
          <a:ln w="19050">
            <a:solidFill>
              <a:schemeClr val="tx1"/>
            </a:solidFill>
          </a:ln>
        </p:spPr>
      </p:pic>
      <p:sp>
        <p:nvSpPr>
          <p:cNvPr id="20" name="Rectangle 19">
            <a:extLst>
              <a:ext uri="{FF2B5EF4-FFF2-40B4-BE49-F238E27FC236}">
                <a16:creationId xmlns:a16="http://schemas.microsoft.com/office/drawing/2014/main" id="{58072987-CE45-2CED-DE26-742450EEA3A2}"/>
              </a:ext>
            </a:extLst>
          </p:cNvPr>
          <p:cNvSpPr/>
          <p:nvPr/>
        </p:nvSpPr>
        <p:spPr>
          <a:xfrm>
            <a:off x="196698" y="3599228"/>
            <a:ext cx="2106957" cy="2746774"/>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Step1:</a:t>
            </a:r>
            <a:r>
              <a:rPr lang="en-US" sz="1400" dirty="0">
                <a:solidFill>
                  <a:srgbClr val="FFC000"/>
                </a:solidFill>
              </a:rPr>
              <a:t> </a:t>
            </a:r>
          </a:p>
          <a:p>
            <a:pPr marL="285750" indent="-285750">
              <a:lnSpc>
                <a:spcPct val="100000"/>
              </a:lnSpc>
              <a:buFont typeface="Arial" panose="020B0604020202020204" pitchFamily="34" charset="0"/>
              <a:buChar char="•"/>
            </a:pPr>
            <a:r>
              <a:rPr lang="en-US" sz="1400" dirty="0"/>
              <a:t>From the given PDF, waveform is </a:t>
            </a:r>
            <a:r>
              <a:rPr lang="en-US" sz="1400" b="1" dirty="0">
                <a:solidFill>
                  <a:srgbClr val="FFC000"/>
                </a:solidFill>
              </a:rPr>
              <a:t>located and extracted </a:t>
            </a:r>
            <a:r>
              <a:rPr lang="en-US" sz="1400" dirty="0"/>
              <a:t>as a single image. </a:t>
            </a:r>
          </a:p>
          <a:p>
            <a:pPr marL="285750" indent="-285750">
              <a:lnSpc>
                <a:spcPct val="100000"/>
              </a:lnSpc>
              <a:buFont typeface="Arial" panose="020B0604020202020204" pitchFamily="34" charset="0"/>
              <a:buChar char="•"/>
            </a:pPr>
            <a:r>
              <a:rPr lang="en-US" sz="1400" dirty="0"/>
              <a:t>This detection is done using the post processed text data.</a:t>
            </a:r>
          </a:p>
          <a:p>
            <a:pPr>
              <a:lnSpc>
                <a:spcPct val="100000"/>
              </a:lnSpc>
            </a:pPr>
            <a:endParaRPr lang="en-US" sz="1400" dirty="0"/>
          </a:p>
          <a:p>
            <a:pPr>
              <a:lnSpc>
                <a:spcPct val="100000"/>
              </a:lnSpc>
            </a:pPr>
            <a:endParaRPr lang="en-US" sz="1400" dirty="0"/>
          </a:p>
          <a:p>
            <a:pPr>
              <a:lnSpc>
                <a:spcPct val="100000"/>
              </a:lnSpc>
            </a:pPr>
            <a:endParaRPr lang="en-US" sz="1400" dirty="0"/>
          </a:p>
        </p:txBody>
      </p:sp>
      <p:grpSp>
        <p:nvGrpSpPr>
          <p:cNvPr id="24" name="Group 23">
            <a:extLst>
              <a:ext uri="{FF2B5EF4-FFF2-40B4-BE49-F238E27FC236}">
                <a16:creationId xmlns:a16="http://schemas.microsoft.com/office/drawing/2014/main" id="{DB00A618-0377-A369-4250-C37E0423B5EB}"/>
              </a:ext>
            </a:extLst>
          </p:cNvPr>
          <p:cNvGrpSpPr/>
          <p:nvPr/>
        </p:nvGrpSpPr>
        <p:grpSpPr>
          <a:xfrm>
            <a:off x="193941" y="796320"/>
            <a:ext cx="2109714" cy="2716951"/>
            <a:chOff x="634918" y="783150"/>
            <a:chExt cx="2109714" cy="2716951"/>
          </a:xfrm>
        </p:grpSpPr>
        <p:pic>
          <p:nvPicPr>
            <p:cNvPr id="7" name="Picture 6">
              <a:extLst>
                <a:ext uri="{FF2B5EF4-FFF2-40B4-BE49-F238E27FC236}">
                  <a16:creationId xmlns:a16="http://schemas.microsoft.com/office/drawing/2014/main" id="{92B2356D-FF50-0B5C-8325-A045C76C25A1}"/>
                </a:ext>
              </a:extLst>
            </p:cNvPr>
            <p:cNvPicPr>
              <a:picLocks noChangeAspect="1"/>
            </p:cNvPicPr>
            <p:nvPr/>
          </p:nvPicPr>
          <p:blipFill>
            <a:blip r:embed="rId3"/>
            <a:stretch>
              <a:fillRect/>
            </a:stretch>
          </p:blipFill>
          <p:spPr>
            <a:xfrm>
              <a:off x="634918" y="783150"/>
              <a:ext cx="2109714" cy="2716951"/>
            </a:xfrm>
            <a:prstGeom prst="rect">
              <a:avLst/>
            </a:prstGeom>
          </p:spPr>
        </p:pic>
        <p:sp>
          <p:nvSpPr>
            <p:cNvPr id="21" name="Rectangle 20">
              <a:extLst>
                <a:ext uri="{FF2B5EF4-FFF2-40B4-BE49-F238E27FC236}">
                  <a16:creationId xmlns:a16="http://schemas.microsoft.com/office/drawing/2014/main" id="{630422D8-412C-C9DA-0C72-76754D807FB6}"/>
                </a:ext>
              </a:extLst>
            </p:cNvPr>
            <p:cNvSpPr/>
            <p:nvPr/>
          </p:nvSpPr>
          <p:spPr>
            <a:xfrm>
              <a:off x="816723" y="1020725"/>
              <a:ext cx="1718864" cy="1169581"/>
            </a:xfrm>
            <a:prstGeom prst="rect">
              <a:avLst/>
            </a:prstGeom>
            <a:noFill/>
            <a:ln w="28575" cap="sq">
              <a:solidFill>
                <a:srgbClr val="EA2463"/>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grpSp>
      <p:pic>
        <p:nvPicPr>
          <p:cNvPr id="3" name="Content Placeholder 6">
            <a:extLst>
              <a:ext uri="{FF2B5EF4-FFF2-40B4-BE49-F238E27FC236}">
                <a16:creationId xmlns:a16="http://schemas.microsoft.com/office/drawing/2014/main" id="{72D81439-6CC7-3B78-79BE-8E09EB11E365}"/>
              </a:ext>
            </a:extLst>
          </p:cNvPr>
          <p:cNvPicPr>
            <a:picLocks noChangeAspect="1"/>
          </p:cNvPicPr>
          <p:nvPr/>
        </p:nvPicPr>
        <p:blipFill>
          <a:blip r:embed="rId4"/>
          <a:stretch>
            <a:fillRect/>
          </a:stretch>
        </p:blipFill>
        <p:spPr>
          <a:xfrm>
            <a:off x="6069376" y="783223"/>
            <a:ext cx="3674333" cy="2730020"/>
          </a:xfrm>
          <a:prstGeom prst="rect">
            <a:avLst/>
          </a:prstGeom>
          <a:ln w="19050">
            <a:solidFill>
              <a:schemeClr val="tx1"/>
            </a:solidFill>
          </a:ln>
        </p:spPr>
      </p:pic>
      <p:grpSp>
        <p:nvGrpSpPr>
          <p:cNvPr id="6" name="Group 5">
            <a:extLst>
              <a:ext uri="{FF2B5EF4-FFF2-40B4-BE49-F238E27FC236}">
                <a16:creationId xmlns:a16="http://schemas.microsoft.com/office/drawing/2014/main" id="{1ECEAB62-958E-4625-3E21-5E2004BAEB4B}"/>
              </a:ext>
            </a:extLst>
          </p:cNvPr>
          <p:cNvGrpSpPr/>
          <p:nvPr/>
        </p:nvGrpSpPr>
        <p:grpSpPr>
          <a:xfrm>
            <a:off x="10046715" y="783223"/>
            <a:ext cx="1953946" cy="1329494"/>
            <a:chOff x="9712773" y="103472"/>
            <a:chExt cx="2411435" cy="2533402"/>
          </a:xfrm>
          <a:solidFill>
            <a:schemeClr val="bg1">
              <a:lumMod val="65000"/>
            </a:schemeClr>
          </a:solidFill>
        </p:grpSpPr>
        <p:sp>
          <p:nvSpPr>
            <p:cNvPr id="8" name="Rectangle 7">
              <a:extLst>
                <a:ext uri="{FF2B5EF4-FFF2-40B4-BE49-F238E27FC236}">
                  <a16:creationId xmlns:a16="http://schemas.microsoft.com/office/drawing/2014/main" id="{5B7F1577-A45F-5738-C3B2-132995972C2D}"/>
                </a:ext>
              </a:extLst>
            </p:cNvPr>
            <p:cNvSpPr/>
            <p:nvPr/>
          </p:nvSpPr>
          <p:spPr>
            <a:xfrm>
              <a:off x="9712773" y="103472"/>
              <a:ext cx="2411435" cy="2533402"/>
            </a:xfrm>
            <a:prstGeom prst="rect">
              <a:avLst/>
            </a:prstGeom>
            <a:grp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10" name="Picture 9">
              <a:extLst>
                <a:ext uri="{FF2B5EF4-FFF2-40B4-BE49-F238E27FC236}">
                  <a16:creationId xmlns:a16="http://schemas.microsoft.com/office/drawing/2014/main" id="{B1E1525C-7155-8921-FAFD-5626080620D5}"/>
                </a:ext>
              </a:extLst>
            </p:cNvPr>
            <p:cNvPicPr>
              <a:picLocks noChangeAspect="1"/>
            </p:cNvPicPr>
            <p:nvPr/>
          </p:nvPicPr>
          <p:blipFill>
            <a:blip r:embed="rId5"/>
            <a:stretch>
              <a:fillRect/>
            </a:stretch>
          </p:blipFill>
          <p:spPr>
            <a:xfrm>
              <a:off x="9958686" y="382025"/>
              <a:ext cx="1960456" cy="227960"/>
            </a:xfrm>
            <a:prstGeom prst="rect">
              <a:avLst/>
            </a:prstGeom>
            <a:grpFill/>
          </p:spPr>
        </p:pic>
        <p:pic>
          <p:nvPicPr>
            <p:cNvPr id="12" name="Picture 11">
              <a:extLst>
                <a:ext uri="{FF2B5EF4-FFF2-40B4-BE49-F238E27FC236}">
                  <a16:creationId xmlns:a16="http://schemas.microsoft.com/office/drawing/2014/main" id="{2B76B315-B5D6-5570-2823-C17A7850C47E}"/>
                </a:ext>
              </a:extLst>
            </p:cNvPr>
            <p:cNvPicPr>
              <a:picLocks noChangeAspect="1"/>
            </p:cNvPicPr>
            <p:nvPr/>
          </p:nvPicPr>
          <p:blipFill>
            <a:blip r:embed="rId6"/>
            <a:stretch>
              <a:fillRect/>
            </a:stretch>
          </p:blipFill>
          <p:spPr>
            <a:xfrm>
              <a:off x="10073031" y="801781"/>
              <a:ext cx="796050" cy="306173"/>
            </a:xfrm>
            <a:prstGeom prst="rect">
              <a:avLst/>
            </a:prstGeom>
            <a:grpFill/>
          </p:spPr>
        </p:pic>
        <p:pic>
          <p:nvPicPr>
            <p:cNvPr id="13" name="Picture 12">
              <a:extLst>
                <a:ext uri="{FF2B5EF4-FFF2-40B4-BE49-F238E27FC236}">
                  <a16:creationId xmlns:a16="http://schemas.microsoft.com/office/drawing/2014/main" id="{59544DF4-016B-9C48-607E-70370BBF41FB}"/>
                </a:ext>
              </a:extLst>
            </p:cNvPr>
            <p:cNvPicPr>
              <a:picLocks noChangeAspect="1"/>
            </p:cNvPicPr>
            <p:nvPr/>
          </p:nvPicPr>
          <p:blipFill>
            <a:blip r:embed="rId7"/>
            <a:stretch>
              <a:fillRect/>
            </a:stretch>
          </p:blipFill>
          <p:spPr>
            <a:xfrm>
              <a:off x="9958681" y="1304277"/>
              <a:ext cx="1960461" cy="154367"/>
            </a:xfrm>
            <a:prstGeom prst="rect">
              <a:avLst/>
            </a:prstGeom>
            <a:grpFill/>
          </p:spPr>
        </p:pic>
        <p:pic>
          <p:nvPicPr>
            <p:cNvPr id="14" name="Picture 13">
              <a:extLst>
                <a:ext uri="{FF2B5EF4-FFF2-40B4-BE49-F238E27FC236}">
                  <a16:creationId xmlns:a16="http://schemas.microsoft.com/office/drawing/2014/main" id="{60784C93-F253-B53E-6AB8-80DF7E7E1388}"/>
                </a:ext>
              </a:extLst>
            </p:cNvPr>
            <p:cNvPicPr>
              <a:picLocks noChangeAspect="1"/>
            </p:cNvPicPr>
            <p:nvPr/>
          </p:nvPicPr>
          <p:blipFill>
            <a:blip r:embed="rId8"/>
            <a:stretch>
              <a:fillRect/>
            </a:stretch>
          </p:blipFill>
          <p:spPr>
            <a:xfrm>
              <a:off x="9930575" y="1673596"/>
              <a:ext cx="2093168" cy="240594"/>
            </a:xfrm>
            <a:prstGeom prst="rect">
              <a:avLst/>
            </a:prstGeom>
            <a:grpFill/>
          </p:spPr>
        </p:pic>
        <p:pic>
          <p:nvPicPr>
            <p:cNvPr id="16" name="Picture 15">
              <a:extLst>
                <a:ext uri="{FF2B5EF4-FFF2-40B4-BE49-F238E27FC236}">
                  <a16:creationId xmlns:a16="http://schemas.microsoft.com/office/drawing/2014/main" id="{8D49EC0C-C554-6A1F-F75C-A0D75B593070}"/>
                </a:ext>
              </a:extLst>
            </p:cNvPr>
            <p:cNvPicPr>
              <a:picLocks noChangeAspect="1"/>
            </p:cNvPicPr>
            <p:nvPr/>
          </p:nvPicPr>
          <p:blipFill>
            <a:blip r:embed="rId9"/>
            <a:stretch>
              <a:fillRect/>
            </a:stretch>
          </p:blipFill>
          <p:spPr>
            <a:xfrm>
              <a:off x="10015441" y="2185278"/>
              <a:ext cx="1958527" cy="149506"/>
            </a:xfrm>
            <a:prstGeom prst="rect">
              <a:avLst/>
            </a:prstGeom>
            <a:grpFill/>
          </p:spPr>
        </p:pic>
        <p:pic>
          <p:nvPicPr>
            <p:cNvPr id="22" name="Picture 21">
              <a:extLst>
                <a:ext uri="{FF2B5EF4-FFF2-40B4-BE49-F238E27FC236}">
                  <a16:creationId xmlns:a16="http://schemas.microsoft.com/office/drawing/2014/main" id="{D56FE998-457C-4E0F-9487-13F7C423C7A6}"/>
                </a:ext>
              </a:extLst>
            </p:cNvPr>
            <p:cNvPicPr>
              <a:picLocks noChangeAspect="1"/>
            </p:cNvPicPr>
            <p:nvPr/>
          </p:nvPicPr>
          <p:blipFill>
            <a:blip r:embed="rId10"/>
            <a:stretch>
              <a:fillRect/>
            </a:stretch>
          </p:blipFill>
          <p:spPr>
            <a:xfrm>
              <a:off x="11170391" y="808156"/>
              <a:ext cx="669806" cy="257618"/>
            </a:xfrm>
            <a:prstGeom prst="rect">
              <a:avLst/>
            </a:prstGeom>
            <a:grpFill/>
          </p:spPr>
        </p:pic>
      </p:grpSp>
      <p:grpSp>
        <p:nvGrpSpPr>
          <p:cNvPr id="23" name="Group 22">
            <a:extLst>
              <a:ext uri="{FF2B5EF4-FFF2-40B4-BE49-F238E27FC236}">
                <a16:creationId xmlns:a16="http://schemas.microsoft.com/office/drawing/2014/main" id="{E18B4F6E-5EDC-720B-9E97-A2AF01F6C99A}"/>
              </a:ext>
            </a:extLst>
          </p:cNvPr>
          <p:cNvGrpSpPr/>
          <p:nvPr/>
        </p:nvGrpSpPr>
        <p:grpSpPr>
          <a:xfrm>
            <a:off x="9973182" y="2409608"/>
            <a:ext cx="2024877" cy="1101484"/>
            <a:chOff x="9689671" y="2860230"/>
            <a:chExt cx="2411435" cy="2533402"/>
          </a:xfrm>
          <a:solidFill>
            <a:schemeClr val="bg1">
              <a:lumMod val="65000"/>
            </a:schemeClr>
          </a:solidFill>
        </p:grpSpPr>
        <p:sp>
          <p:nvSpPr>
            <p:cNvPr id="29" name="Rectangle 28">
              <a:extLst>
                <a:ext uri="{FF2B5EF4-FFF2-40B4-BE49-F238E27FC236}">
                  <a16:creationId xmlns:a16="http://schemas.microsoft.com/office/drawing/2014/main" id="{8D30E8D8-46C0-DAB8-7566-017D201349CF}"/>
                </a:ext>
              </a:extLst>
            </p:cNvPr>
            <p:cNvSpPr/>
            <p:nvPr/>
          </p:nvSpPr>
          <p:spPr>
            <a:xfrm>
              <a:off x="9689671" y="2860230"/>
              <a:ext cx="2411435" cy="2533402"/>
            </a:xfrm>
            <a:prstGeom prst="rect">
              <a:avLst/>
            </a:prstGeom>
            <a:grp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30" name="Picture 29">
              <a:extLst>
                <a:ext uri="{FF2B5EF4-FFF2-40B4-BE49-F238E27FC236}">
                  <a16:creationId xmlns:a16="http://schemas.microsoft.com/office/drawing/2014/main" id="{0D4C0699-359A-25AE-A6FD-6949497C80C0}"/>
                </a:ext>
              </a:extLst>
            </p:cNvPr>
            <p:cNvPicPr>
              <a:picLocks noChangeAspect="1"/>
            </p:cNvPicPr>
            <p:nvPr/>
          </p:nvPicPr>
          <p:blipFill>
            <a:blip r:embed="rId11"/>
            <a:stretch>
              <a:fillRect/>
            </a:stretch>
          </p:blipFill>
          <p:spPr>
            <a:xfrm>
              <a:off x="9848810" y="4126931"/>
              <a:ext cx="2093159" cy="240593"/>
            </a:xfrm>
            <a:prstGeom prst="rect">
              <a:avLst/>
            </a:prstGeom>
            <a:grpFill/>
          </p:spPr>
        </p:pic>
        <p:pic>
          <p:nvPicPr>
            <p:cNvPr id="31" name="Picture 30">
              <a:extLst>
                <a:ext uri="{FF2B5EF4-FFF2-40B4-BE49-F238E27FC236}">
                  <a16:creationId xmlns:a16="http://schemas.microsoft.com/office/drawing/2014/main" id="{66CF5AC6-A9F3-0C39-820B-C819CB74203C}"/>
                </a:ext>
              </a:extLst>
            </p:cNvPr>
            <p:cNvPicPr>
              <a:picLocks noChangeAspect="1"/>
            </p:cNvPicPr>
            <p:nvPr/>
          </p:nvPicPr>
          <p:blipFill>
            <a:blip r:embed="rId12"/>
            <a:stretch>
              <a:fillRect/>
            </a:stretch>
          </p:blipFill>
          <p:spPr>
            <a:xfrm>
              <a:off x="9930575" y="3607583"/>
              <a:ext cx="1873435" cy="205872"/>
            </a:xfrm>
            <a:prstGeom prst="rect">
              <a:avLst/>
            </a:prstGeom>
            <a:grpFill/>
          </p:spPr>
        </p:pic>
        <p:pic>
          <p:nvPicPr>
            <p:cNvPr id="32" name="Picture 31">
              <a:extLst>
                <a:ext uri="{FF2B5EF4-FFF2-40B4-BE49-F238E27FC236}">
                  <a16:creationId xmlns:a16="http://schemas.microsoft.com/office/drawing/2014/main" id="{B4120E20-000D-0B5C-9584-5350D7FE0980}"/>
                </a:ext>
              </a:extLst>
            </p:cNvPr>
            <p:cNvPicPr>
              <a:picLocks noChangeAspect="1"/>
            </p:cNvPicPr>
            <p:nvPr/>
          </p:nvPicPr>
          <p:blipFill>
            <a:blip r:embed="rId13"/>
            <a:stretch>
              <a:fillRect/>
            </a:stretch>
          </p:blipFill>
          <p:spPr>
            <a:xfrm>
              <a:off x="9848810" y="4746226"/>
              <a:ext cx="1082599" cy="300722"/>
            </a:xfrm>
            <a:prstGeom prst="rect">
              <a:avLst/>
            </a:prstGeom>
            <a:grpFill/>
          </p:spPr>
        </p:pic>
        <p:pic>
          <p:nvPicPr>
            <p:cNvPr id="33" name="Picture 32">
              <a:extLst>
                <a:ext uri="{FF2B5EF4-FFF2-40B4-BE49-F238E27FC236}">
                  <a16:creationId xmlns:a16="http://schemas.microsoft.com/office/drawing/2014/main" id="{05C8FFC9-4680-E4E0-EFDF-67A2D28B0C76}"/>
                </a:ext>
              </a:extLst>
            </p:cNvPr>
            <p:cNvPicPr>
              <a:picLocks noChangeAspect="1"/>
            </p:cNvPicPr>
            <p:nvPr/>
          </p:nvPicPr>
          <p:blipFill>
            <a:blip r:embed="rId14"/>
            <a:stretch>
              <a:fillRect/>
            </a:stretch>
          </p:blipFill>
          <p:spPr>
            <a:xfrm>
              <a:off x="11090548" y="4727550"/>
              <a:ext cx="845183" cy="338073"/>
            </a:xfrm>
            <a:prstGeom prst="rect">
              <a:avLst/>
            </a:prstGeom>
            <a:grpFill/>
          </p:spPr>
        </p:pic>
        <p:pic>
          <p:nvPicPr>
            <p:cNvPr id="34" name="Picture 33">
              <a:extLst>
                <a:ext uri="{FF2B5EF4-FFF2-40B4-BE49-F238E27FC236}">
                  <a16:creationId xmlns:a16="http://schemas.microsoft.com/office/drawing/2014/main" id="{155C4BDA-BE77-D320-D2AD-9F8492708752}"/>
                </a:ext>
              </a:extLst>
            </p:cNvPr>
            <p:cNvPicPr>
              <a:picLocks noChangeAspect="1"/>
            </p:cNvPicPr>
            <p:nvPr/>
          </p:nvPicPr>
          <p:blipFill>
            <a:blip r:embed="rId15"/>
            <a:stretch>
              <a:fillRect/>
            </a:stretch>
          </p:blipFill>
          <p:spPr>
            <a:xfrm>
              <a:off x="9852235" y="3100823"/>
              <a:ext cx="2083496" cy="188418"/>
            </a:xfrm>
            <a:prstGeom prst="rect">
              <a:avLst/>
            </a:prstGeom>
            <a:grpFill/>
          </p:spPr>
        </p:pic>
      </p:grpSp>
      <p:sp>
        <p:nvSpPr>
          <p:cNvPr id="36" name="Rectangle 35">
            <a:extLst>
              <a:ext uri="{FF2B5EF4-FFF2-40B4-BE49-F238E27FC236}">
                <a16:creationId xmlns:a16="http://schemas.microsoft.com/office/drawing/2014/main" id="{D7D905D5-B214-2FE2-2894-44699F150573}"/>
              </a:ext>
            </a:extLst>
          </p:cNvPr>
          <p:cNvSpPr/>
          <p:nvPr/>
        </p:nvSpPr>
        <p:spPr>
          <a:xfrm>
            <a:off x="3024950" y="3629051"/>
            <a:ext cx="2818200" cy="2716951"/>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Step2:</a:t>
            </a:r>
            <a:r>
              <a:rPr lang="en-US" sz="1400" dirty="0">
                <a:solidFill>
                  <a:srgbClr val="FFC000"/>
                </a:solidFill>
              </a:rPr>
              <a:t> </a:t>
            </a:r>
          </a:p>
          <a:p>
            <a:pPr marL="285750" indent="-285750">
              <a:buFont typeface="Arial" panose="020B0604020202020204" pitchFamily="34" charset="0"/>
              <a:buChar char="•"/>
            </a:pPr>
            <a:r>
              <a:rPr lang="en-US" sz="1400" b="1" dirty="0">
                <a:solidFill>
                  <a:srgbClr val="FFC000"/>
                </a:solidFill>
              </a:rPr>
              <a:t>Multiple waveforms </a:t>
            </a:r>
            <a:r>
              <a:rPr lang="en-US" sz="1400" dirty="0"/>
              <a:t>on the same image also handled.</a:t>
            </a:r>
          </a:p>
          <a:p>
            <a:pPr marL="285750" indent="-285750">
              <a:lnSpc>
                <a:spcPct val="100000"/>
              </a:lnSpc>
              <a:buFont typeface="Arial" panose="020B0604020202020204" pitchFamily="34" charset="0"/>
              <a:buChar char="•"/>
            </a:pPr>
            <a:r>
              <a:rPr lang="en-US" sz="1400" dirty="0"/>
              <a:t>Each waveform is extracted as a </a:t>
            </a:r>
            <a:r>
              <a:rPr lang="en-US" sz="1400" b="1" dirty="0">
                <a:solidFill>
                  <a:srgbClr val="FFC000"/>
                </a:solidFill>
              </a:rPr>
              <a:t>separate image.</a:t>
            </a:r>
          </a:p>
          <a:p>
            <a:pPr marL="285750" indent="-285750">
              <a:buFont typeface="Arial" panose="020B0604020202020204" pitchFamily="34" charset="0"/>
              <a:buChar char="•"/>
            </a:pPr>
            <a:r>
              <a:rPr lang="en-US" sz="1400" dirty="0"/>
              <a:t>A Custom </a:t>
            </a:r>
            <a:r>
              <a:rPr lang="en-US" sz="1400" b="1" dirty="0">
                <a:solidFill>
                  <a:srgbClr val="FFC000"/>
                </a:solidFill>
              </a:rPr>
              <a:t>Horizontal Kernel of size 3x3 </a:t>
            </a:r>
            <a:r>
              <a:rPr lang="en-US" sz="1400" dirty="0"/>
              <a:t>is swept across the image and all the horizontal lines are filtered out.</a:t>
            </a:r>
          </a:p>
          <a:p>
            <a:pPr marL="285750" indent="-285750">
              <a:lnSpc>
                <a:spcPct val="100000"/>
              </a:lnSpc>
              <a:buFont typeface="Arial" panose="020B0604020202020204" pitchFamily="34" charset="0"/>
              <a:buChar char="•"/>
            </a:pPr>
            <a:endParaRPr lang="en-US" sz="1400" b="1" dirty="0">
              <a:solidFill>
                <a:srgbClr val="FFC000"/>
              </a:solidFill>
            </a:endParaRPr>
          </a:p>
        </p:txBody>
      </p:sp>
      <p:sp>
        <p:nvSpPr>
          <p:cNvPr id="39" name="Rectangle 38">
            <a:extLst>
              <a:ext uri="{FF2B5EF4-FFF2-40B4-BE49-F238E27FC236}">
                <a16:creationId xmlns:a16="http://schemas.microsoft.com/office/drawing/2014/main" id="{DC9FB7ED-DF21-325D-38F2-F324E9A78E16}"/>
              </a:ext>
            </a:extLst>
          </p:cNvPr>
          <p:cNvSpPr/>
          <p:nvPr/>
        </p:nvSpPr>
        <p:spPr>
          <a:xfrm>
            <a:off x="6724848" y="3614139"/>
            <a:ext cx="2544678" cy="2683637"/>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Step3:</a:t>
            </a:r>
            <a:r>
              <a:rPr lang="en-US" sz="1400" dirty="0">
                <a:solidFill>
                  <a:srgbClr val="FFC000"/>
                </a:solidFill>
              </a:rPr>
              <a:t> </a:t>
            </a:r>
          </a:p>
          <a:p>
            <a:pPr marL="285750" indent="-285750">
              <a:lnSpc>
                <a:spcPct val="100000"/>
              </a:lnSpc>
              <a:buFont typeface="Arial" panose="020B0604020202020204" pitchFamily="34" charset="0"/>
              <a:buChar char="•"/>
            </a:pPr>
            <a:r>
              <a:rPr lang="en-US" sz="1400" dirty="0"/>
              <a:t>Each Horizontal line is stored as a separate </a:t>
            </a:r>
            <a:r>
              <a:rPr lang="en-US" sz="1400" b="1" dirty="0">
                <a:solidFill>
                  <a:srgbClr val="FFC000"/>
                </a:solidFill>
              </a:rPr>
              <a:t>patch</a:t>
            </a:r>
            <a:r>
              <a:rPr lang="en-US" sz="1400" dirty="0"/>
              <a:t> of the image.</a:t>
            </a:r>
          </a:p>
          <a:p>
            <a:pPr marL="285750" indent="-285750">
              <a:buFont typeface="Arial" panose="020B0604020202020204" pitchFamily="34" charset="0"/>
              <a:buChar char="•"/>
            </a:pPr>
            <a:r>
              <a:rPr lang="en-US" sz="1400" dirty="0"/>
              <a:t>Each Horizontal line is stored as a separate </a:t>
            </a:r>
            <a:r>
              <a:rPr lang="en-US" sz="1400" b="1" dirty="0">
                <a:solidFill>
                  <a:srgbClr val="FFC000"/>
                </a:solidFill>
              </a:rPr>
              <a:t>patch</a:t>
            </a:r>
            <a:r>
              <a:rPr lang="en-US" sz="1400" dirty="0"/>
              <a:t> of the image.</a:t>
            </a:r>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endParaRPr lang="en-US" sz="1400" dirty="0"/>
          </a:p>
          <a:p>
            <a:pPr>
              <a:lnSpc>
                <a:spcPct val="100000"/>
              </a:lnSpc>
            </a:pPr>
            <a:endParaRPr lang="en-US" sz="1400" dirty="0"/>
          </a:p>
        </p:txBody>
      </p:sp>
      <p:sp>
        <p:nvSpPr>
          <p:cNvPr id="4" name="Arrow: Right 3">
            <a:extLst>
              <a:ext uri="{FF2B5EF4-FFF2-40B4-BE49-F238E27FC236}">
                <a16:creationId xmlns:a16="http://schemas.microsoft.com/office/drawing/2014/main" id="{40E38CDF-E96B-9254-224F-FA10F427B900}"/>
              </a:ext>
            </a:extLst>
          </p:cNvPr>
          <p:cNvSpPr/>
          <p:nvPr/>
        </p:nvSpPr>
        <p:spPr>
          <a:xfrm>
            <a:off x="2303655" y="2033885"/>
            <a:ext cx="337146" cy="375723"/>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Arrow: Right 10">
            <a:extLst>
              <a:ext uri="{FF2B5EF4-FFF2-40B4-BE49-F238E27FC236}">
                <a16:creationId xmlns:a16="http://schemas.microsoft.com/office/drawing/2014/main" id="{BADD9E9E-DDF7-CDFD-2F20-0D2979794C81}"/>
              </a:ext>
            </a:extLst>
          </p:cNvPr>
          <p:cNvSpPr/>
          <p:nvPr/>
        </p:nvSpPr>
        <p:spPr>
          <a:xfrm>
            <a:off x="5839903" y="1973467"/>
            <a:ext cx="337146" cy="375723"/>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5" name="Rectangle 14">
            <a:extLst>
              <a:ext uri="{FF2B5EF4-FFF2-40B4-BE49-F238E27FC236}">
                <a16:creationId xmlns:a16="http://schemas.microsoft.com/office/drawing/2014/main" id="{3140DA7A-24EE-2D2E-2E33-804E47FCC2F1}"/>
              </a:ext>
            </a:extLst>
          </p:cNvPr>
          <p:cNvSpPr/>
          <p:nvPr/>
        </p:nvSpPr>
        <p:spPr>
          <a:xfrm>
            <a:off x="10035434" y="3599228"/>
            <a:ext cx="1892402" cy="2698548"/>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Step4:</a:t>
            </a:r>
            <a:r>
              <a:rPr lang="en-US" sz="1400" dirty="0">
                <a:solidFill>
                  <a:srgbClr val="FFC000"/>
                </a:solidFill>
              </a:rPr>
              <a:t> </a:t>
            </a:r>
          </a:p>
          <a:p>
            <a:pPr marL="285750" indent="-285750">
              <a:lnSpc>
                <a:spcPct val="100000"/>
              </a:lnSpc>
              <a:buFont typeface="Arial" panose="020B0604020202020204" pitchFamily="34" charset="0"/>
              <a:buChar char="•"/>
            </a:pPr>
            <a:r>
              <a:rPr lang="en-US" sz="1400" b="1" dirty="0">
                <a:solidFill>
                  <a:srgbClr val="FFC000"/>
                </a:solidFill>
              </a:rPr>
              <a:t>A CNN model</a:t>
            </a:r>
            <a:r>
              <a:rPr lang="en-US" sz="1400" dirty="0"/>
              <a:t> (3 layered CNN) with binary cross entropy loss is function is trained to predict weather each patch is an </a:t>
            </a:r>
            <a:r>
              <a:rPr lang="en-US" sz="1400" b="1" dirty="0">
                <a:solidFill>
                  <a:srgbClr val="FFC000"/>
                </a:solidFill>
              </a:rPr>
              <a:t>arrow V/S non-arrow.</a:t>
            </a:r>
          </a:p>
          <a:p>
            <a:pPr marL="285750" indent="-285750">
              <a:lnSpc>
                <a:spcPct val="100000"/>
              </a:lnSpc>
              <a:buFont typeface="Arial" panose="020B0604020202020204" pitchFamily="34" charset="0"/>
              <a:buChar char="•"/>
            </a:pPr>
            <a:endParaRPr lang="en-US" sz="1400" b="1" dirty="0">
              <a:solidFill>
                <a:srgbClr val="FFC000"/>
              </a:solidFill>
            </a:endParaRPr>
          </a:p>
        </p:txBody>
      </p:sp>
      <p:pic>
        <p:nvPicPr>
          <p:cNvPr id="27" name="Picture 26">
            <a:extLst>
              <a:ext uri="{FF2B5EF4-FFF2-40B4-BE49-F238E27FC236}">
                <a16:creationId xmlns:a16="http://schemas.microsoft.com/office/drawing/2014/main" id="{60CEFD9A-1698-5B00-6FFD-7A5177115401}"/>
              </a:ext>
            </a:extLst>
          </p:cNvPr>
          <p:cNvPicPr>
            <a:picLocks noChangeAspect="1"/>
          </p:cNvPicPr>
          <p:nvPr/>
        </p:nvPicPr>
        <p:blipFill>
          <a:blip r:embed="rId16"/>
          <a:stretch>
            <a:fillRect/>
          </a:stretch>
        </p:blipFill>
        <p:spPr>
          <a:xfrm>
            <a:off x="7475596" y="5415429"/>
            <a:ext cx="920797" cy="749339"/>
          </a:xfrm>
          <a:prstGeom prst="rect">
            <a:avLst/>
          </a:prstGeom>
        </p:spPr>
      </p:pic>
      <p:sp>
        <p:nvSpPr>
          <p:cNvPr id="28" name="Arrow: Right 27">
            <a:extLst>
              <a:ext uri="{FF2B5EF4-FFF2-40B4-BE49-F238E27FC236}">
                <a16:creationId xmlns:a16="http://schemas.microsoft.com/office/drawing/2014/main" id="{363C860A-C1F3-BFB7-9AB4-DCBCAEDEB542}"/>
              </a:ext>
            </a:extLst>
          </p:cNvPr>
          <p:cNvSpPr/>
          <p:nvPr/>
        </p:nvSpPr>
        <p:spPr>
          <a:xfrm>
            <a:off x="9770351" y="1541742"/>
            <a:ext cx="363102" cy="259609"/>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5" name="Arrow: Right 34">
            <a:extLst>
              <a:ext uri="{FF2B5EF4-FFF2-40B4-BE49-F238E27FC236}">
                <a16:creationId xmlns:a16="http://schemas.microsoft.com/office/drawing/2014/main" id="{8C8CD472-C340-43EA-14DF-66E14B7BF776}"/>
              </a:ext>
            </a:extLst>
          </p:cNvPr>
          <p:cNvSpPr/>
          <p:nvPr/>
        </p:nvSpPr>
        <p:spPr>
          <a:xfrm>
            <a:off x="9749265" y="2741431"/>
            <a:ext cx="363102" cy="259609"/>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75862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45E87-2F6A-575E-63F8-226A784D493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07B7E77-8149-84EA-74B9-576E5C3C457E}"/>
              </a:ext>
            </a:extLst>
          </p:cNvPr>
          <p:cNvSpPr/>
          <p:nvPr/>
        </p:nvSpPr>
        <p:spPr>
          <a:xfrm>
            <a:off x="7581166" y="224888"/>
            <a:ext cx="4408184" cy="4953381"/>
          </a:xfrm>
          <a:prstGeom prst="rect">
            <a:avLst/>
          </a:prstGeom>
          <a:noFill/>
          <a:ln w="28575"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24" name="Picture 23">
            <a:extLst>
              <a:ext uri="{FF2B5EF4-FFF2-40B4-BE49-F238E27FC236}">
                <a16:creationId xmlns:a16="http://schemas.microsoft.com/office/drawing/2014/main" id="{4F042661-C822-04B3-3462-E9B5DBC39A50}"/>
              </a:ext>
            </a:extLst>
          </p:cNvPr>
          <p:cNvPicPr>
            <a:picLocks noChangeAspect="1"/>
          </p:cNvPicPr>
          <p:nvPr/>
        </p:nvPicPr>
        <p:blipFill>
          <a:blip r:embed="rId2"/>
          <a:stretch>
            <a:fillRect/>
          </a:stretch>
        </p:blipFill>
        <p:spPr>
          <a:xfrm>
            <a:off x="7668987" y="281746"/>
            <a:ext cx="4201294" cy="2395475"/>
          </a:xfrm>
          <a:prstGeom prst="rect">
            <a:avLst/>
          </a:prstGeom>
        </p:spPr>
      </p:pic>
      <p:pic>
        <p:nvPicPr>
          <p:cNvPr id="25" name="Picture 24">
            <a:extLst>
              <a:ext uri="{FF2B5EF4-FFF2-40B4-BE49-F238E27FC236}">
                <a16:creationId xmlns:a16="http://schemas.microsoft.com/office/drawing/2014/main" id="{1B5B91B9-9769-9CB2-ED52-CFC0E0C044A4}"/>
              </a:ext>
            </a:extLst>
          </p:cNvPr>
          <p:cNvPicPr>
            <a:picLocks noChangeAspect="1"/>
          </p:cNvPicPr>
          <p:nvPr/>
        </p:nvPicPr>
        <p:blipFill>
          <a:blip r:embed="rId3"/>
          <a:stretch>
            <a:fillRect/>
          </a:stretch>
        </p:blipFill>
        <p:spPr>
          <a:xfrm>
            <a:off x="7918800" y="2876219"/>
            <a:ext cx="3701668" cy="2084844"/>
          </a:xfrm>
          <a:prstGeom prst="rect">
            <a:avLst/>
          </a:prstGeom>
          <a:solidFill>
            <a:srgbClr val="FFFFFF"/>
          </a:solidFill>
          <a:ln w="19050">
            <a:solidFill>
              <a:schemeClr val="bg1"/>
            </a:solidFill>
          </a:ln>
        </p:spPr>
      </p:pic>
      <p:sp>
        <p:nvSpPr>
          <p:cNvPr id="26" name="Rectangle 25">
            <a:extLst>
              <a:ext uri="{FF2B5EF4-FFF2-40B4-BE49-F238E27FC236}">
                <a16:creationId xmlns:a16="http://schemas.microsoft.com/office/drawing/2014/main" id="{A275D0BF-A166-B9D8-16BF-8DEBE812AD57}"/>
              </a:ext>
            </a:extLst>
          </p:cNvPr>
          <p:cNvSpPr/>
          <p:nvPr/>
        </p:nvSpPr>
        <p:spPr>
          <a:xfrm>
            <a:off x="224958" y="3263443"/>
            <a:ext cx="3202779" cy="3395241"/>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b="1" dirty="0">
                <a:solidFill>
                  <a:srgbClr val="FFC000"/>
                </a:solidFill>
              </a:rPr>
              <a:t>Step5:</a:t>
            </a:r>
          </a:p>
          <a:p>
            <a:pPr marL="285750" indent="-285750">
              <a:lnSpc>
                <a:spcPct val="100000"/>
              </a:lnSpc>
              <a:buFont typeface="Arial" panose="020B0604020202020204" pitchFamily="34" charset="0"/>
              <a:buChar char="•"/>
            </a:pPr>
            <a:r>
              <a:rPr lang="en-US" dirty="0"/>
              <a:t>Text is extracted from PDF using </a:t>
            </a:r>
            <a:r>
              <a:rPr lang="en-US" b="1" dirty="0">
                <a:solidFill>
                  <a:srgbClr val="FFC000"/>
                </a:solidFill>
              </a:rPr>
              <a:t>PDFPlumber</a:t>
            </a:r>
            <a:r>
              <a:rPr lang="en-US" dirty="0"/>
              <a:t> (uses </a:t>
            </a:r>
            <a:r>
              <a:rPr lang="en-US" b="1" dirty="0">
                <a:solidFill>
                  <a:srgbClr val="FFC000"/>
                </a:solidFill>
              </a:rPr>
              <a:t>source code</a:t>
            </a:r>
            <a:r>
              <a:rPr lang="en-US" dirty="0"/>
              <a:t> of PDF)</a:t>
            </a:r>
          </a:p>
          <a:p>
            <a:pPr marL="285750" indent="-285750">
              <a:lnSpc>
                <a:spcPct val="100000"/>
              </a:lnSpc>
              <a:buFont typeface="Arial" panose="020B0604020202020204" pitchFamily="34" charset="0"/>
              <a:buChar char="•"/>
            </a:pPr>
            <a:r>
              <a:rPr lang="en-US" dirty="0"/>
              <a:t>Text information about pins present in </a:t>
            </a:r>
            <a:r>
              <a:rPr lang="en-US" b="1" dirty="0">
                <a:solidFill>
                  <a:srgbClr val="FFC000"/>
                </a:solidFill>
              </a:rPr>
              <a:t>left vertical section </a:t>
            </a:r>
            <a:r>
              <a:rPr lang="en-US" dirty="0"/>
              <a:t>of the image are extracted (Blue Boxes).</a:t>
            </a:r>
          </a:p>
          <a:p>
            <a:pPr marL="285750" indent="-285750">
              <a:lnSpc>
                <a:spcPct val="100000"/>
              </a:lnSpc>
              <a:buFont typeface="Arial" panose="020B0604020202020204" pitchFamily="34" charset="0"/>
              <a:buChar char="•"/>
            </a:pPr>
            <a:r>
              <a:rPr lang="en-US" dirty="0"/>
              <a:t>Common-to-command information is extracted.</a:t>
            </a:r>
          </a:p>
        </p:txBody>
      </p:sp>
      <p:pic>
        <p:nvPicPr>
          <p:cNvPr id="28" name="Picture 27">
            <a:extLst>
              <a:ext uri="{FF2B5EF4-FFF2-40B4-BE49-F238E27FC236}">
                <a16:creationId xmlns:a16="http://schemas.microsoft.com/office/drawing/2014/main" id="{D8294BB4-6384-3561-00AD-70BA6252FDFF}"/>
              </a:ext>
            </a:extLst>
          </p:cNvPr>
          <p:cNvPicPr>
            <a:picLocks noChangeAspect="1"/>
          </p:cNvPicPr>
          <p:nvPr/>
        </p:nvPicPr>
        <p:blipFill>
          <a:blip r:embed="rId4"/>
          <a:stretch>
            <a:fillRect/>
          </a:stretch>
        </p:blipFill>
        <p:spPr>
          <a:xfrm>
            <a:off x="136493" y="265579"/>
            <a:ext cx="3420400" cy="2901514"/>
          </a:xfrm>
          <a:prstGeom prst="rect">
            <a:avLst/>
          </a:prstGeom>
          <a:ln w="19050">
            <a:solidFill>
              <a:schemeClr val="tx1">
                <a:lumMod val="95000"/>
                <a:lumOff val="5000"/>
              </a:schemeClr>
            </a:solidFill>
          </a:ln>
        </p:spPr>
      </p:pic>
      <p:sp>
        <p:nvSpPr>
          <p:cNvPr id="29" name="Rectangle 28">
            <a:extLst>
              <a:ext uri="{FF2B5EF4-FFF2-40B4-BE49-F238E27FC236}">
                <a16:creationId xmlns:a16="http://schemas.microsoft.com/office/drawing/2014/main" id="{1D4789EB-AD86-DC5E-E5E4-94A4C88DE87C}"/>
              </a:ext>
            </a:extLst>
          </p:cNvPr>
          <p:cNvSpPr/>
          <p:nvPr/>
        </p:nvSpPr>
        <p:spPr>
          <a:xfrm>
            <a:off x="1703941" y="485566"/>
            <a:ext cx="211008" cy="7002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7D9D597B-4ABA-9229-B179-14A50A971A4A}"/>
              </a:ext>
            </a:extLst>
          </p:cNvPr>
          <p:cNvSpPr/>
          <p:nvPr/>
        </p:nvSpPr>
        <p:spPr>
          <a:xfrm>
            <a:off x="2840957" y="482565"/>
            <a:ext cx="191826" cy="7002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FAA93F46-977A-3962-63B4-F89D9A192C88}"/>
              </a:ext>
            </a:extLst>
          </p:cNvPr>
          <p:cNvSpPr/>
          <p:nvPr/>
        </p:nvSpPr>
        <p:spPr>
          <a:xfrm>
            <a:off x="3038695" y="487063"/>
            <a:ext cx="211008" cy="62524"/>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2" name="Rectangle 31">
            <a:extLst>
              <a:ext uri="{FF2B5EF4-FFF2-40B4-BE49-F238E27FC236}">
                <a16:creationId xmlns:a16="http://schemas.microsoft.com/office/drawing/2014/main" id="{16268DA7-00B5-229A-28B3-FDF0BF09CC60}"/>
              </a:ext>
            </a:extLst>
          </p:cNvPr>
          <p:cNvSpPr/>
          <p:nvPr/>
        </p:nvSpPr>
        <p:spPr>
          <a:xfrm>
            <a:off x="3176879" y="1064366"/>
            <a:ext cx="148099" cy="70023"/>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3" name="Rectangle 32">
            <a:extLst>
              <a:ext uri="{FF2B5EF4-FFF2-40B4-BE49-F238E27FC236}">
                <a16:creationId xmlns:a16="http://schemas.microsoft.com/office/drawing/2014/main" id="{EEC374B0-B5A2-2631-094F-1C27C4CDA706}"/>
              </a:ext>
            </a:extLst>
          </p:cNvPr>
          <p:cNvSpPr/>
          <p:nvPr/>
        </p:nvSpPr>
        <p:spPr>
          <a:xfrm>
            <a:off x="2486194" y="1061366"/>
            <a:ext cx="148099" cy="7002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4" name="Rectangle 33">
            <a:extLst>
              <a:ext uri="{FF2B5EF4-FFF2-40B4-BE49-F238E27FC236}">
                <a16:creationId xmlns:a16="http://schemas.microsoft.com/office/drawing/2014/main" id="{F7B12355-8E03-DCDD-3F78-86138CD959B2}"/>
              </a:ext>
            </a:extLst>
          </p:cNvPr>
          <p:cNvSpPr/>
          <p:nvPr/>
        </p:nvSpPr>
        <p:spPr>
          <a:xfrm>
            <a:off x="1729260" y="1296789"/>
            <a:ext cx="185689"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5" name="Rectangle 34">
            <a:extLst>
              <a:ext uri="{FF2B5EF4-FFF2-40B4-BE49-F238E27FC236}">
                <a16:creationId xmlns:a16="http://schemas.microsoft.com/office/drawing/2014/main" id="{4168D77E-E1F9-B17D-4A5E-27BFE8D0F40B}"/>
              </a:ext>
            </a:extLst>
          </p:cNvPr>
          <p:cNvSpPr/>
          <p:nvPr/>
        </p:nvSpPr>
        <p:spPr>
          <a:xfrm>
            <a:off x="1410293" y="1296789"/>
            <a:ext cx="185689"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6" name="Rectangle 35">
            <a:extLst>
              <a:ext uri="{FF2B5EF4-FFF2-40B4-BE49-F238E27FC236}">
                <a16:creationId xmlns:a16="http://schemas.microsoft.com/office/drawing/2014/main" id="{5B996B32-2A72-4AD9-10E3-5A5DFBC34FB0}"/>
              </a:ext>
            </a:extLst>
          </p:cNvPr>
          <p:cNvSpPr/>
          <p:nvPr/>
        </p:nvSpPr>
        <p:spPr>
          <a:xfrm>
            <a:off x="958834" y="1296789"/>
            <a:ext cx="347627"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7" name="Rectangle 36">
            <a:extLst>
              <a:ext uri="{FF2B5EF4-FFF2-40B4-BE49-F238E27FC236}">
                <a16:creationId xmlns:a16="http://schemas.microsoft.com/office/drawing/2014/main" id="{2F424A69-2153-D7DD-057A-D5C9929C3FC0}"/>
              </a:ext>
            </a:extLst>
          </p:cNvPr>
          <p:cNvSpPr/>
          <p:nvPr/>
        </p:nvSpPr>
        <p:spPr>
          <a:xfrm>
            <a:off x="1779558" y="2188985"/>
            <a:ext cx="185689"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8" name="Rectangle 37">
            <a:extLst>
              <a:ext uri="{FF2B5EF4-FFF2-40B4-BE49-F238E27FC236}">
                <a16:creationId xmlns:a16="http://schemas.microsoft.com/office/drawing/2014/main" id="{67712E03-5951-9A40-1849-ACE937312C63}"/>
              </a:ext>
            </a:extLst>
          </p:cNvPr>
          <p:cNvSpPr/>
          <p:nvPr/>
        </p:nvSpPr>
        <p:spPr>
          <a:xfrm>
            <a:off x="1039802" y="2386741"/>
            <a:ext cx="296101"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9" name="Rectangle 38">
            <a:extLst>
              <a:ext uri="{FF2B5EF4-FFF2-40B4-BE49-F238E27FC236}">
                <a16:creationId xmlns:a16="http://schemas.microsoft.com/office/drawing/2014/main" id="{A5886FC2-BB23-2820-4988-B820A24571E3}"/>
              </a:ext>
            </a:extLst>
          </p:cNvPr>
          <p:cNvSpPr/>
          <p:nvPr/>
        </p:nvSpPr>
        <p:spPr>
          <a:xfrm>
            <a:off x="1039802" y="2782794"/>
            <a:ext cx="296101"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0" name="Rectangle 39">
            <a:extLst>
              <a:ext uri="{FF2B5EF4-FFF2-40B4-BE49-F238E27FC236}">
                <a16:creationId xmlns:a16="http://schemas.microsoft.com/office/drawing/2014/main" id="{F8B3A74B-AD95-F280-CDAA-06F8C331334E}"/>
              </a:ext>
            </a:extLst>
          </p:cNvPr>
          <p:cNvSpPr/>
          <p:nvPr/>
        </p:nvSpPr>
        <p:spPr>
          <a:xfrm>
            <a:off x="1054524" y="2587944"/>
            <a:ext cx="251936"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1" name="Rectangle 40">
            <a:extLst>
              <a:ext uri="{FF2B5EF4-FFF2-40B4-BE49-F238E27FC236}">
                <a16:creationId xmlns:a16="http://schemas.microsoft.com/office/drawing/2014/main" id="{59897796-D7A6-B12D-E684-8FE00C9AC58E}"/>
              </a:ext>
            </a:extLst>
          </p:cNvPr>
          <p:cNvSpPr/>
          <p:nvPr/>
        </p:nvSpPr>
        <p:spPr>
          <a:xfrm>
            <a:off x="603064" y="945383"/>
            <a:ext cx="177102"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2" name="Rectangle 41">
            <a:extLst>
              <a:ext uri="{FF2B5EF4-FFF2-40B4-BE49-F238E27FC236}">
                <a16:creationId xmlns:a16="http://schemas.microsoft.com/office/drawing/2014/main" id="{F712EFB0-DA58-98C3-C3AB-64C712BE5ADC}"/>
              </a:ext>
            </a:extLst>
          </p:cNvPr>
          <p:cNvSpPr/>
          <p:nvPr/>
        </p:nvSpPr>
        <p:spPr>
          <a:xfrm>
            <a:off x="877422" y="945383"/>
            <a:ext cx="177102" cy="80266"/>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3" name="Rectangle 42">
            <a:extLst>
              <a:ext uri="{FF2B5EF4-FFF2-40B4-BE49-F238E27FC236}">
                <a16:creationId xmlns:a16="http://schemas.microsoft.com/office/drawing/2014/main" id="{5234A4FE-3AD3-F176-90D8-98B9EC63064F}"/>
              </a:ext>
            </a:extLst>
          </p:cNvPr>
          <p:cNvSpPr/>
          <p:nvPr/>
        </p:nvSpPr>
        <p:spPr>
          <a:xfrm>
            <a:off x="2972165" y="945383"/>
            <a:ext cx="133059" cy="80266"/>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4" name="Rectangle 43">
            <a:extLst>
              <a:ext uri="{FF2B5EF4-FFF2-40B4-BE49-F238E27FC236}">
                <a16:creationId xmlns:a16="http://schemas.microsoft.com/office/drawing/2014/main" id="{4909F50E-4473-57BC-CC89-732BD9108CE4}"/>
              </a:ext>
            </a:extLst>
          </p:cNvPr>
          <p:cNvSpPr/>
          <p:nvPr/>
        </p:nvSpPr>
        <p:spPr>
          <a:xfrm>
            <a:off x="338240" y="347840"/>
            <a:ext cx="133059"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5" name="Rectangle 44">
            <a:extLst>
              <a:ext uri="{FF2B5EF4-FFF2-40B4-BE49-F238E27FC236}">
                <a16:creationId xmlns:a16="http://schemas.microsoft.com/office/drawing/2014/main" id="{05E1BC61-0CD7-9117-F607-141A277463E5}"/>
              </a:ext>
            </a:extLst>
          </p:cNvPr>
          <p:cNvSpPr/>
          <p:nvPr/>
        </p:nvSpPr>
        <p:spPr>
          <a:xfrm>
            <a:off x="339467" y="416817"/>
            <a:ext cx="133059"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6" name="Rectangle 45">
            <a:extLst>
              <a:ext uri="{FF2B5EF4-FFF2-40B4-BE49-F238E27FC236}">
                <a16:creationId xmlns:a16="http://schemas.microsoft.com/office/drawing/2014/main" id="{845C1E04-E157-CC75-00B9-BEE09DE930B4}"/>
              </a:ext>
            </a:extLst>
          </p:cNvPr>
          <p:cNvSpPr/>
          <p:nvPr/>
        </p:nvSpPr>
        <p:spPr>
          <a:xfrm>
            <a:off x="352152" y="616251"/>
            <a:ext cx="110139"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7" name="Rectangle 46">
            <a:extLst>
              <a:ext uri="{FF2B5EF4-FFF2-40B4-BE49-F238E27FC236}">
                <a16:creationId xmlns:a16="http://schemas.microsoft.com/office/drawing/2014/main" id="{AE8DB46D-4737-D431-6E60-84DDF7AB268F}"/>
              </a:ext>
            </a:extLst>
          </p:cNvPr>
          <p:cNvSpPr/>
          <p:nvPr/>
        </p:nvSpPr>
        <p:spPr>
          <a:xfrm>
            <a:off x="352372" y="784195"/>
            <a:ext cx="104794"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8" name="Rectangle 47">
            <a:extLst>
              <a:ext uri="{FF2B5EF4-FFF2-40B4-BE49-F238E27FC236}">
                <a16:creationId xmlns:a16="http://schemas.microsoft.com/office/drawing/2014/main" id="{18A415F3-9D03-E563-5231-BE5F03D74FBA}"/>
              </a:ext>
            </a:extLst>
          </p:cNvPr>
          <p:cNvSpPr/>
          <p:nvPr/>
        </p:nvSpPr>
        <p:spPr>
          <a:xfrm>
            <a:off x="291952" y="948821"/>
            <a:ext cx="154479"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9" name="Rectangle 48">
            <a:extLst>
              <a:ext uri="{FF2B5EF4-FFF2-40B4-BE49-F238E27FC236}">
                <a16:creationId xmlns:a16="http://schemas.microsoft.com/office/drawing/2014/main" id="{C4A9D208-D7FE-D3DD-5228-A784D5801AA9}"/>
              </a:ext>
            </a:extLst>
          </p:cNvPr>
          <p:cNvSpPr/>
          <p:nvPr/>
        </p:nvSpPr>
        <p:spPr>
          <a:xfrm>
            <a:off x="333199" y="1179741"/>
            <a:ext cx="111241"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0" name="Rectangle 49">
            <a:extLst>
              <a:ext uri="{FF2B5EF4-FFF2-40B4-BE49-F238E27FC236}">
                <a16:creationId xmlns:a16="http://schemas.microsoft.com/office/drawing/2014/main" id="{691DCBF3-159B-7B64-BBB7-E2D12D0F5885}"/>
              </a:ext>
            </a:extLst>
          </p:cNvPr>
          <p:cNvSpPr/>
          <p:nvPr/>
        </p:nvSpPr>
        <p:spPr>
          <a:xfrm>
            <a:off x="320493" y="1383672"/>
            <a:ext cx="131742"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1" name="Rectangle 50">
            <a:extLst>
              <a:ext uri="{FF2B5EF4-FFF2-40B4-BE49-F238E27FC236}">
                <a16:creationId xmlns:a16="http://schemas.microsoft.com/office/drawing/2014/main" id="{2ED8087E-F1ED-636C-4D7C-7B65DD672B98}"/>
              </a:ext>
            </a:extLst>
          </p:cNvPr>
          <p:cNvSpPr/>
          <p:nvPr/>
        </p:nvSpPr>
        <p:spPr>
          <a:xfrm>
            <a:off x="321719" y="1457147"/>
            <a:ext cx="131742"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2" name="Rectangle 51">
            <a:extLst>
              <a:ext uri="{FF2B5EF4-FFF2-40B4-BE49-F238E27FC236}">
                <a16:creationId xmlns:a16="http://schemas.microsoft.com/office/drawing/2014/main" id="{478F2474-ED20-B0B8-5225-236D80271964}"/>
              </a:ext>
            </a:extLst>
          </p:cNvPr>
          <p:cNvSpPr/>
          <p:nvPr/>
        </p:nvSpPr>
        <p:spPr>
          <a:xfrm>
            <a:off x="319265" y="1611597"/>
            <a:ext cx="131742"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3" name="Rectangle 52">
            <a:extLst>
              <a:ext uri="{FF2B5EF4-FFF2-40B4-BE49-F238E27FC236}">
                <a16:creationId xmlns:a16="http://schemas.microsoft.com/office/drawing/2014/main" id="{A179D0C3-6ABE-F306-C6A0-818192B6FB46}"/>
              </a:ext>
            </a:extLst>
          </p:cNvPr>
          <p:cNvSpPr/>
          <p:nvPr/>
        </p:nvSpPr>
        <p:spPr>
          <a:xfrm>
            <a:off x="305112" y="1753319"/>
            <a:ext cx="133060" cy="76371"/>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4" name="Rectangle 53">
            <a:extLst>
              <a:ext uri="{FF2B5EF4-FFF2-40B4-BE49-F238E27FC236}">
                <a16:creationId xmlns:a16="http://schemas.microsoft.com/office/drawing/2014/main" id="{AF1F289D-3B3D-6EF6-353E-3849D0EE8FA5}"/>
              </a:ext>
            </a:extLst>
          </p:cNvPr>
          <p:cNvSpPr/>
          <p:nvPr/>
        </p:nvSpPr>
        <p:spPr>
          <a:xfrm>
            <a:off x="303315" y="1816072"/>
            <a:ext cx="131742" cy="70824"/>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5" name="Rectangle 54">
            <a:extLst>
              <a:ext uri="{FF2B5EF4-FFF2-40B4-BE49-F238E27FC236}">
                <a16:creationId xmlns:a16="http://schemas.microsoft.com/office/drawing/2014/main" id="{ADCC1D8A-F691-2DDF-C3FB-99C803CD6430}"/>
              </a:ext>
            </a:extLst>
          </p:cNvPr>
          <p:cNvSpPr/>
          <p:nvPr/>
        </p:nvSpPr>
        <p:spPr>
          <a:xfrm>
            <a:off x="295297" y="1917888"/>
            <a:ext cx="133060" cy="7412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6" name="Rectangle 55">
            <a:extLst>
              <a:ext uri="{FF2B5EF4-FFF2-40B4-BE49-F238E27FC236}">
                <a16:creationId xmlns:a16="http://schemas.microsoft.com/office/drawing/2014/main" id="{436BF336-04C6-7669-D8FE-352C4544F0E8}"/>
              </a:ext>
            </a:extLst>
          </p:cNvPr>
          <p:cNvSpPr/>
          <p:nvPr/>
        </p:nvSpPr>
        <p:spPr>
          <a:xfrm>
            <a:off x="233672" y="2840930"/>
            <a:ext cx="194685" cy="7412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7" name="Rectangle 56">
            <a:extLst>
              <a:ext uri="{FF2B5EF4-FFF2-40B4-BE49-F238E27FC236}">
                <a16:creationId xmlns:a16="http://schemas.microsoft.com/office/drawing/2014/main" id="{DD9953DF-C35B-2F88-8138-98D28716E2B0}"/>
              </a:ext>
            </a:extLst>
          </p:cNvPr>
          <p:cNvSpPr/>
          <p:nvPr/>
        </p:nvSpPr>
        <p:spPr>
          <a:xfrm>
            <a:off x="218952" y="2918138"/>
            <a:ext cx="243339" cy="9737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8" name="Rectangle 57">
            <a:extLst>
              <a:ext uri="{FF2B5EF4-FFF2-40B4-BE49-F238E27FC236}">
                <a16:creationId xmlns:a16="http://schemas.microsoft.com/office/drawing/2014/main" id="{190B4E57-CE32-EBAB-DBBD-4A601295DF59}"/>
              </a:ext>
            </a:extLst>
          </p:cNvPr>
          <p:cNvSpPr/>
          <p:nvPr/>
        </p:nvSpPr>
        <p:spPr>
          <a:xfrm>
            <a:off x="212465" y="2690278"/>
            <a:ext cx="243339" cy="9737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9" name="Rectangle 58">
            <a:extLst>
              <a:ext uri="{FF2B5EF4-FFF2-40B4-BE49-F238E27FC236}">
                <a16:creationId xmlns:a16="http://schemas.microsoft.com/office/drawing/2014/main" id="{28140E67-7144-B6A9-0A8A-26F7FE9D9AA3}"/>
              </a:ext>
            </a:extLst>
          </p:cNvPr>
          <p:cNvSpPr/>
          <p:nvPr/>
        </p:nvSpPr>
        <p:spPr>
          <a:xfrm>
            <a:off x="202650" y="2533305"/>
            <a:ext cx="243339" cy="7243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0" name="Rectangle 59">
            <a:extLst>
              <a:ext uri="{FF2B5EF4-FFF2-40B4-BE49-F238E27FC236}">
                <a16:creationId xmlns:a16="http://schemas.microsoft.com/office/drawing/2014/main" id="{561682B9-1BB7-F3DC-4AD4-C2A8D78540D8}"/>
              </a:ext>
            </a:extLst>
          </p:cNvPr>
          <p:cNvSpPr/>
          <p:nvPr/>
        </p:nvSpPr>
        <p:spPr>
          <a:xfrm>
            <a:off x="248855" y="2468039"/>
            <a:ext cx="182824" cy="71009"/>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1" name="Rectangle 60">
            <a:extLst>
              <a:ext uri="{FF2B5EF4-FFF2-40B4-BE49-F238E27FC236}">
                <a16:creationId xmlns:a16="http://schemas.microsoft.com/office/drawing/2014/main" id="{868D43C1-964D-B638-C4B3-398C0DA47338}"/>
              </a:ext>
            </a:extLst>
          </p:cNvPr>
          <p:cNvSpPr/>
          <p:nvPr/>
        </p:nvSpPr>
        <p:spPr>
          <a:xfrm>
            <a:off x="246286" y="2259496"/>
            <a:ext cx="175691" cy="68237"/>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2" name="Rectangle 61">
            <a:extLst>
              <a:ext uri="{FF2B5EF4-FFF2-40B4-BE49-F238E27FC236}">
                <a16:creationId xmlns:a16="http://schemas.microsoft.com/office/drawing/2014/main" id="{3E1D952C-003D-32A4-29F9-2BF3BF5940E3}"/>
              </a:ext>
            </a:extLst>
          </p:cNvPr>
          <p:cNvSpPr/>
          <p:nvPr/>
        </p:nvSpPr>
        <p:spPr>
          <a:xfrm>
            <a:off x="217129" y="2325952"/>
            <a:ext cx="214376" cy="90142"/>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3" name="Rectangle 62">
            <a:extLst>
              <a:ext uri="{FF2B5EF4-FFF2-40B4-BE49-F238E27FC236}">
                <a16:creationId xmlns:a16="http://schemas.microsoft.com/office/drawing/2014/main" id="{1A0B546D-B457-C0C3-91E8-0914FD0D9817}"/>
              </a:ext>
            </a:extLst>
          </p:cNvPr>
          <p:cNvSpPr/>
          <p:nvPr/>
        </p:nvSpPr>
        <p:spPr>
          <a:xfrm>
            <a:off x="290523" y="1977592"/>
            <a:ext cx="155916" cy="68237"/>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4" name="Rectangle 63">
            <a:extLst>
              <a:ext uri="{FF2B5EF4-FFF2-40B4-BE49-F238E27FC236}">
                <a16:creationId xmlns:a16="http://schemas.microsoft.com/office/drawing/2014/main" id="{6384F297-5D10-9DE9-4B9D-6DB3F021FFAA}"/>
              </a:ext>
            </a:extLst>
          </p:cNvPr>
          <p:cNvSpPr/>
          <p:nvPr/>
        </p:nvSpPr>
        <p:spPr>
          <a:xfrm>
            <a:off x="239927" y="2091555"/>
            <a:ext cx="163870" cy="68237"/>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5" name="Rectangle 64">
            <a:extLst>
              <a:ext uri="{FF2B5EF4-FFF2-40B4-BE49-F238E27FC236}">
                <a16:creationId xmlns:a16="http://schemas.microsoft.com/office/drawing/2014/main" id="{DF471117-AE65-0AD5-210C-6A1B7C432943}"/>
              </a:ext>
            </a:extLst>
          </p:cNvPr>
          <p:cNvSpPr/>
          <p:nvPr/>
        </p:nvSpPr>
        <p:spPr>
          <a:xfrm>
            <a:off x="226950" y="2151645"/>
            <a:ext cx="224058" cy="56868"/>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6" name="Rectangle 65">
            <a:extLst>
              <a:ext uri="{FF2B5EF4-FFF2-40B4-BE49-F238E27FC236}">
                <a16:creationId xmlns:a16="http://schemas.microsoft.com/office/drawing/2014/main" id="{FD1F2D84-99F1-AA5C-B1A6-F416AB686DD9}"/>
              </a:ext>
            </a:extLst>
          </p:cNvPr>
          <p:cNvSpPr/>
          <p:nvPr/>
        </p:nvSpPr>
        <p:spPr>
          <a:xfrm>
            <a:off x="833870" y="343490"/>
            <a:ext cx="2351323" cy="2749935"/>
          </a:xfrm>
          <a:prstGeom prst="rect">
            <a:avLst/>
          </a:prstGeom>
          <a:noFill/>
          <a:ln w="38100" cap="sq">
            <a:solidFill>
              <a:schemeClr val="accent6">
                <a:lumMod val="50000"/>
              </a:schemeClr>
            </a:solidFill>
            <a:prstDash val="sysDash"/>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4" name="Picture 3">
            <a:extLst>
              <a:ext uri="{FF2B5EF4-FFF2-40B4-BE49-F238E27FC236}">
                <a16:creationId xmlns:a16="http://schemas.microsoft.com/office/drawing/2014/main" id="{0CACCD1C-1627-08F8-4E64-A37F7D73485B}"/>
              </a:ext>
            </a:extLst>
          </p:cNvPr>
          <p:cNvPicPr>
            <a:picLocks noChangeAspect="1"/>
          </p:cNvPicPr>
          <p:nvPr/>
        </p:nvPicPr>
        <p:blipFill>
          <a:blip r:embed="rId5"/>
          <a:stretch>
            <a:fillRect/>
          </a:stretch>
        </p:blipFill>
        <p:spPr>
          <a:xfrm>
            <a:off x="4011056" y="224889"/>
            <a:ext cx="3130283" cy="2982893"/>
          </a:xfrm>
          <a:prstGeom prst="rect">
            <a:avLst/>
          </a:prstGeom>
          <a:ln w="19050">
            <a:solidFill>
              <a:schemeClr val="tx1"/>
            </a:solidFill>
          </a:ln>
        </p:spPr>
      </p:pic>
      <p:sp>
        <p:nvSpPr>
          <p:cNvPr id="7" name="Rectangle 6">
            <a:extLst>
              <a:ext uri="{FF2B5EF4-FFF2-40B4-BE49-F238E27FC236}">
                <a16:creationId xmlns:a16="http://schemas.microsoft.com/office/drawing/2014/main" id="{E5681A59-46BC-45FD-D866-FFCD57F3CFA3}"/>
              </a:ext>
            </a:extLst>
          </p:cNvPr>
          <p:cNvSpPr/>
          <p:nvPr/>
        </p:nvSpPr>
        <p:spPr>
          <a:xfrm>
            <a:off x="4075536" y="3322163"/>
            <a:ext cx="3065803" cy="3310948"/>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Step6:</a:t>
            </a:r>
          </a:p>
          <a:p>
            <a:pPr marL="285750" indent="-285750">
              <a:lnSpc>
                <a:spcPct val="100000"/>
              </a:lnSpc>
              <a:buFont typeface="Arial" panose="020B0604020202020204" pitchFamily="34" charset="0"/>
              <a:buChar char="•"/>
            </a:pPr>
            <a:r>
              <a:rPr lang="en-US" dirty="0"/>
              <a:t>Text extracted for timing is </a:t>
            </a:r>
            <a:r>
              <a:rPr lang="en-US" b="1" dirty="0">
                <a:solidFill>
                  <a:srgbClr val="FFC000"/>
                </a:solidFill>
              </a:rPr>
              <a:t>mapped</a:t>
            </a:r>
            <a:r>
              <a:rPr lang="en-US" dirty="0"/>
              <a:t> to the arrows detected.</a:t>
            </a:r>
          </a:p>
          <a:p>
            <a:pPr marL="285750" indent="-285750">
              <a:lnSpc>
                <a:spcPct val="100000"/>
              </a:lnSpc>
              <a:buFont typeface="Arial" panose="020B0604020202020204" pitchFamily="34" charset="0"/>
              <a:buChar char="•"/>
            </a:pPr>
            <a:r>
              <a:rPr lang="en-US" sz="1800" dirty="0"/>
              <a:t>Arrows detected + Timing information are mapped to the </a:t>
            </a:r>
            <a:r>
              <a:rPr lang="en-US" sz="1800" b="1" dirty="0">
                <a:solidFill>
                  <a:srgbClr val="FFC000"/>
                </a:solidFill>
              </a:rPr>
              <a:t>Clock pins and Start/ End command.</a:t>
            </a:r>
            <a:endParaRPr lang="en-US" b="1" dirty="0">
              <a:solidFill>
                <a:srgbClr val="FFC000"/>
              </a:solidFill>
            </a:endParaRPr>
          </a:p>
          <a:p>
            <a:pPr marL="285750" indent="-285750">
              <a:lnSpc>
                <a:spcPct val="100000"/>
              </a:lnSpc>
              <a:buFont typeface="Arial" panose="020B0604020202020204" pitchFamily="34" charset="0"/>
              <a:buChar char="•"/>
            </a:pPr>
            <a:endParaRPr lang="en-US" b="1" dirty="0">
              <a:solidFill>
                <a:srgbClr val="FFC000"/>
              </a:solidFill>
            </a:endParaRPr>
          </a:p>
          <a:p>
            <a:pPr marL="285750" indent="-285750">
              <a:lnSpc>
                <a:spcPct val="100000"/>
              </a:lnSpc>
              <a:buFont typeface="Arial" panose="020B0604020202020204" pitchFamily="34" charset="0"/>
              <a:buChar char="•"/>
            </a:pPr>
            <a:endParaRPr lang="en-US" b="1" dirty="0">
              <a:solidFill>
                <a:srgbClr val="FFC000"/>
              </a:solidFill>
            </a:endParaRPr>
          </a:p>
          <a:p>
            <a:pPr marL="285750" indent="-285750">
              <a:lnSpc>
                <a:spcPct val="100000"/>
              </a:lnSpc>
              <a:buFont typeface="Arial" panose="020B0604020202020204" pitchFamily="34" charset="0"/>
              <a:buChar char="•"/>
            </a:pPr>
            <a:endParaRPr lang="en-US" dirty="0"/>
          </a:p>
        </p:txBody>
      </p:sp>
      <p:sp>
        <p:nvSpPr>
          <p:cNvPr id="8" name="Rectangle 7">
            <a:extLst>
              <a:ext uri="{FF2B5EF4-FFF2-40B4-BE49-F238E27FC236}">
                <a16:creationId xmlns:a16="http://schemas.microsoft.com/office/drawing/2014/main" id="{26601AED-5679-2AE1-2D6E-A7B5B8CBA00B}"/>
              </a:ext>
            </a:extLst>
          </p:cNvPr>
          <p:cNvSpPr/>
          <p:nvPr/>
        </p:nvSpPr>
        <p:spPr>
          <a:xfrm>
            <a:off x="7581166" y="5283842"/>
            <a:ext cx="4464555" cy="1194136"/>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a:t>
            </a:r>
            <a:r>
              <a:rPr lang="en-US" b="1" dirty="0">
                <a:solidFill>
                  <a:srgbClr val="FFC000"/>
                </a:solidFill>
              </a:rPr>
              <a:t>7</a:t>
            </a:r>
            <a:r>
              <a:rPr lang="en-US" sz="1800" b="1" dirty="0">
                <a:solidFill>
                  <a:srgbClr val="FFC000"/>
                </a:solidFill>
              </a:rPr>
              <a:t>:</a:t>
            </a:r>
          </a:p>
          <a:p>
            <a:pPr marL="285750" indent="-285750">
              <a:lnSpc>
                <a:spcPct val="100000"/>
              </a:lnSpc>
              <a:buFont typeface="Arial" panose="020B0604020202020204" pitchFamily="34" charset="0"/>
              <a:buChar char="•"/>
            </a:pPr>
            <a:r>
              <a:rPr lang="en-US" sz="1800" dirty="0"/>
              <a:t>All information is linked together to get the </a:t>
            </a:r>
            <a:r>
              <a:rPr lang="en-US" dirty="0"/>
              <a:t>C2C Timing data for each waveform.</a:t>
            </a:r>
            <a:endParaRPr lang="en-US" b="1" dirty="0">
              <a:solidFill>
                <a:srgbClr val="FFC000"/>
              </a:solidFill>
            </a:endParaRPr>
          </a:p>
        </p:txBody>
      </p:sp>
      <p:sp>
        <p:nvSpPr>
          <p:cNvPr id="9" name="Arrow: Right 8">
            <a:extLst>
              <a:ext uri="{FF2B5EF4-FFF2-40B4-BE49-F238E27FC236}">
                <a16:creationId xmlns:a16="http://schemas.microsoft.com/office/drawing/2014/main" id="{1A4096F1-C60A-2100-205B-6452F0AC01AD}"/>
              </a:ext>
            </a:extLst>
          </p:cNvPr>
          <p:cNvSpPr/>
          <p:nvPr/>
        </p:nvSpPr>
        <p:spPr>
          <a:xfrm>
            <a:off x="3556893" y="1447187"/>
            <a:ext cx="518643" cy="484632"/>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0" name="Arrow: Right 9">
            <a:extLst>
              <a:ext uri="{FF2B5EF4-FFF2-40B4-BE49-F238E27FC236}">
                <a16:creationId xmlns:a16="http://schemas.microsoft.com/office/drawing/2014/main" id="{EAB1A534-78FC-68CF-1A71-8C0B88AC7699}"/>
              </a:ext>
            </a:extLst>
          </p:cNvPr>
          <p:cNvSpPr/>
          <p:nvPr/>
        </p:nvSpPr>
        <p:spPr>
          <a:xfrm>
            <a:off x="7165331" y="1496100"/>
            <a:ext cx="518643" cy="484632"/>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861636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543A3-AFC5-7130-60F0-0B6971C36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2783D-3468-6870-D3FA-6A3627DEDD2C}"/>
              </a:ext>
            </a:extLst>
          </p:cNvPr>
          <p:cNvSpPr>
            <a:spLocks noGrp="1"/>
          </p:cNvSpPr>
          <p:nvPr>
            <p:ph type="title"/>
          </p:nvPr>
        </p:nvSpPr>
        <p:spPr/>
        <p:txBody>
          <a:bodyPr/>
          <a:lstStyle/>
          <a:p>
            <a:r>
              <a:rPr lang="en-US" dirty="0"/>
              <a:t>Waveform Extraction: More Examples</a:t>
            </a:r>
          </a:p>
        </p:txBody>
      </p:sp>
      <p:sp>
        <p:nvSpPr>
          <p:cNvPr id="4" name="Text Placeholder 3">
            <a:extLst>
              <a:ext uri="{FF2B5EF4-FFF2-40B4-BE49-F238E27FC236}">
                <a16:creationId xmlns:a16="http://schemas.microsoft.com/office/drawing/2014/main" id="{7BEA8207-38F4-0807-8977-78375F52E37F}"/>
              </a:ext>
            </a:extLst>
          </p:cNvPr>
          <p:cNvSpPr>
            <a:spLocks noGrp="1"/>
          </p:cNvSpPr>
          <p:nvPr>
            <p:ph type="body" sz="quarter" idx="10"/>
          </p:nvPr>
        </p:nvSpPr>
        <p:spPr/>
        <p:txBody>
          <a:bodyPr/>
          <a:lstStyle/>
          <a:p>
            <a:r>
              <a:rPr lang="en-US" b="1" dirty="0"/>
              <a:t>(Multiple waveforms on same page)</a:t>
            </a:r>
          </a:p>
        </p:txBody>
      </p:sp>
      <p:pic>
        <p:nvPicPr>
          <p:cNvPr id="7" name="Picture 6">
            <a:extLst>
              <a:ext uri="{FF2B5EF4-FFF2-40B4-BE49-F238E27FC236}">
                <a16:creationId xmlns:a16="http://schemas.microsoft.com/office/drawing/2014/main" id="{15EB68ED-B27F-42A5-0ADE-3B5281140C2D}"/>
              </a:ext>
            </a:extLst>
          </p:cNvPr>
          <p:cNvPicPr>
            <a:picLocks noChangeAspect="1"/>
          </p:cNvPicPr>
          <p:nvPr/>
        </p:nvPicPr>
        <p:blipFill>
          <a:blip r:embed="rId2"/>
          <a:stretch>
            <a:fillRect/>
          </a:stretch>
        </p:blipFill>
        <p:spPr>
          <a:xfrm>
            <a:off x="263629" y="1595950"/>
            <a:ext cx="3404924" cy="4338084"/>
          </a:xfrm>
          <a:prstGeom prst="rect">
            <a:avLst/>
          </a:prstGeom>
          <a:ln w="19050">
            <a:solidFill>
              <a:schemeClr val="tx1"/>
            </a:solidFill>
          </a:ln>
        </p:spPr>
      </p:pic>
      <p:pic>
        <p:nvPicPr>
          <p:cNvPr id="13" name="Picture 12">
            <a:extLst>
              <a:ext uri="{FF2B5EF4-FFF2-40B4-BE49-F238E27FC236}">
                <a16:creationId xmlns:a16="http://schemas.microsoft.com/office/drawing/2014/main" id="{D013DDBB-6922-1FA9-BD61-2998537AC46E}"/>
              </a:ext>
            </a:extLst>
          </p:cNvPr>
          <p:cNvPicPr>
            <a:picLocks noChangeAspect="1"/>
          </p:cNvPicPr>
          <p:nvPr/>
        </p:nvPicPr>
        <p:blipFill>
          <a:blip r:embed="rId3"/>
          <a:stretch>
            <a:fillRect/>
          </a:stretch>
        </p:blipFill>
        <p:spPr>
          <a:xfrm>
            <a:off x="4253023" y="1293661"/>
            <a:ext cx="7631107" cy="920996"/>
          </a:xfrm>
          <a:prstGeom prst="rect">
            <a:avLst/>
          </a:prstGeom>
        </p:spPr>
      </p:pic>
      <p:pic>
        <p:nvPicPr>
          <p:cNvPr id="15" name="Picture 14">
            <a:extLst>
              <a:ext uri="{FF2B5EF4-FFF2-40B4-BE49-F238E27FC236}">
                <a16:creationId xmlns:a16="http://schemas.microsoft.com/office/drawing/2014/main" id="{C6EC09CC-CC8C-8A8D-6E87-E6B8BA070279}"/>
              </a:ext>
            </a:extLst>
          </p:cNvPr>
          <p:cNvPicPr>
            <a:picLocks noChangeAspect="1"/>
          </p:cNvPicPr>
          <p:nvPr/>
        </p:nvPicPr>
        <p:blipFill>
          <a:blip r:embed="rId4"/>
          <a:stretch>
            <a:fillRect/>
          </a:stretch>
        </p:blipFill>
        <p:spPr>
          <a:xfrm>
            <a:off x="4297265" y="2258669"/>
            <a:ext cx="7631106" cy="969526"/>
          </a:xfrm>
          <a:prstGeom prst="rect">
            <a:avLst/>
          </a:prstGeom>
        </p:spPr>
      </p:pic>
      <p:pic>
        <p:nvPicPr>
          <p:cNvPr id="17" name="Picture 16">
            <a:extLst>
              <a:ext uri="{FF2B5EF4-FFF2-40B4-BE49-F238E27FC236}">
                <a16:creationId xmlns:a16="http://schemas.microsoft.com/office/drawing/2014/main" id="{F0327499-B2C6-D417-329C-F5FB4F2E166C}"/>
              </a:ext>
            </a:extLst>
          </p:cNvPr>
          <p:cNvPicPr>
            <a:picLocks noChangeAspect="1"/>
          </p:cNvPicPr>
          <p:nvPr/>
        </p:nvPicPr>
        <p:blipFill>
          <a:blip r:embed="rId5"/>
          <a:stretch>
            <a:fillRect/>
          </a:stretch>
        </p:blipFill>
        <p:spPr>
          <a:xfrm>
            <a:off x="4275144" y="3429000"/>
            <a:ext cx="7675348" cy="1083936"/>
          </a:xfrm>
          <a:prstGeom prst="rect">
            <a:avLst/>
          </a:prstGeom>
        </p:spPr>
      </p:pic>
      <p:cxnSp>
        <p:nvCxnSpPr>
          <p:cNvPr id="19" name="Connector: Curved 18">
            <a:extLst>
              <a:ext uri="{FF2B5EF4-FFF2-40B4-BE49-F238E27FC236}">
                <a16:creationId xmlns:a16="http://schemas.microsoft.com/office/drawing/2014/main" id="{93F55294-36B8-B132-6F4E-A55816B9DCBD}"/>
              </a:ext>
            </a:extLst>
          </p:cNvPr>
          <p:cNvCxnSpPr>
            <a:stCxn id="7" idx="3"/>
            <a:endCxn id="13" idx="1"/>
          </p:cNvCxnSpPr>
          <p:nvPr/>
        </p:nvCxnSpPr>
        <p:spPr>
          <a:xfrm flipV="1">
            <a:off x="3668553" y="1754159"/>
            <a:ext cx="584470" cy="2010833"/>
          </a:xfrm>
          <a:prstGeom prst="curvedConnector3">
            <a:avLst/>
          </a:prstGeom>
          <a:ln w="28575" cap="sq">
            <a:miter lim="800000"/>
            <a:tailEnd type="triangle"/>
          </a:ln>
        </p:spPr>
        <p:style>
          <a:lnRef idx="1">
            <a:schemeClr val="tx1"/>
          </a:lnRef>
          <a:fillRef idx="0">
            <a:schemeClr val="tx1"/>
          </a:fillRef>
          <a:effectRef idx="0">
            <a:srgbClr val="000000"/>
          </a:effectRef>
          <a:fontRef idx="minor">
            <a:schemeClr val="bg1"/>
          </a:fontRef>
        </p:style>
      </p:cxnSp>
      <p:cxnSp>
        <p:nvCxnSpPr>
          <p:cNvPr id="21" name="Connector: Curved 20">
            <a:extLst>
              <a:ext uri="{FF2B5EF4-FFF2-40B4-BE49-F238E27FC236}">
                <a16:creationId xmlns:a16="http://schemas.microsoft.com/office/drawing/2014/main" id="{CADE634F-E1FB-E19A-5B50-CDE2FCE66CA9}"/>
              </a:ext>
            </a:extLst>
          </p:cNvPr>
          <p:cNvCxnSpPr>
            <a:stCxn id="7" idx="3"/>
            <a:endCxn id="17" idx="1"/>
          </p:cNvCxnSpPr>
          <p:nvPr/>
        </p:nvCxnSpPr>
        <p:spPr>
          <a:xfrm>
            <a:off x="3668553" y="3764992"/>
            <a:ext cx="606591" cy="205976"/>
          </a:xfrm>
          <a:prstGeom prst="curvedConnector3">
            <a:avLst/>
          </a:prstGeom>
          <a:ln w="28575" cap="sq">
            <a:miter lim="800000"/>
            <a:tailEnd type="triangle"/>
          </a:ln>
        </p:spPr>
        <p:style>
          <a:lnRef idx="1">
            <a:schemeClr val="tx1"/>
          </a:lnRef>
          <a:fillRef idx="0">
            <a:schemeClr val="tx1"/>
          </a:fillRef>
          <a:effectRef idx="0">
            <a:srgbClr val="000000"/>
          </a:effectRef>
          <a:fontRef idx="minor">
            <a:schemeClr val="bg1"/>
          </a:fontRef>
        </p:style>
      </p:cxnSp>
      <p:cxnSp>
        <p:nvCxnSpPr>
          <p:cNvPr id="23" name="Connector: Curved 22">
            <a:extLst>
              <a:ext uri="{FF2B5EF4-FFF2-40B4-BE49-F238E27FC236}">
                <a16:creationId xmlns:a16="http://schemas.microsoft.com/office/drawing/2014/main" id="{86B4C98E-4019-C3F4-58B3-8C36A14AF5F1}"/>
              </a:ext>
            </a:extLst>
          </p:cNvPr>
          <p:cNvCxnSpPr>
            <a:stCxn id="7" idx="3"/>
            <a:endCxn id="15" idx="1"/>
          </p:cNvCxnSpPr>
          <p:nvPr/>
        </p:nvCxnSpPr>
        <p:spPr>
          <a:xfrm flipV="1">
            <a:off x="3668553" y="2743432"/>
            <a:ext cx="628712" cy="1021560"/>
          </a:xfrm>
          <a:prstGeom prst="curvedConnector3">
            <a:avLst>
              <a:gd name="adj1" fmla="val 50000"/>
            </a:avLst>
          </a:prstGeom>
          <a:ln w="28575" cap="sq">
            <a:miter lim="800000"/>
            <a:tailEnd type="triangle"/>
          </a:ln>
        </p:spPr>
        <p:style>
          <a:lnRef idx="1">
            <a:schemeClr val="tx1"/>
          </a:lnRef>
          <a:fillRef idx="0">
            <a:schemeClr val="tx1"/>
          </a:fillRef>
          <a:effectRef idx="0">
            <a:srgbClr val="000000"/>
          </a:effectRef>
          <a:fontRef idx="minor">
            <a:schemeClr val="bg1"/>
          </a:fontRef>
        </p:style>
      </p:cxnSp>
      <p:sp>
        <p:nvSpPr>
          <p:cNvPr id="3" name="Rectangle 2">
            <a:extLst>
              <a:ext uri="{FF2B5EF4-FFF2-40B4-BE49-F238E27FC236}">
                <a16:creationId xmlns:a16="http://schemas.microsoft.com/office/drawing/2014/main" id="{F5348BC7-0454-30E4-9D75-6D248EE01815}"/>
              </a:ext>
            </a:extLst>
          </p:cNvPr>
          <p:cNvSpPr/>
          <p:nvPr/>
        </p:nvSpPr>
        <p:spPr>
          <a:xfrm>
            <a:off x="5000922" y="4831282"/>
            <a:ext cx="6135307" cy="1648261"/>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marL="285750" indent="-285750">
              <a:lnSpc>
                <a:spcPct val="100000"/>
              </a:lnSpc>
              <a:buFont typeface="Arial" panose="020B0604020202020204" pitchFamily="34" charset="0"/>
              <a:buChar char="•"/>
            </a:pPr>
            <a:r>
              <a:rPr lang="en-US" dirty="0"/>
              <a:t>Similar results generated on all </a:t>
            </a:r>
            <a:r>
              <a:rPr lang="en-US" b="1" dirty="0">
                <a:solidFill>
                  <a:srgbClr val="FFC000"/>
                </a:solidFill>
              </a:rPr>
              <a:t>335 images from JEDEC</a:t>
            </a:r>
            <a:r>
              <a:rPr lang="en-US" dirty="0"/>
              <a:t>.</a:t>
            </a:r>
          </a:p>
          <a:p>
            <a:pPr marL="285750" indent="-285750">
              <a:lnSpc>
                <a:spcPct val="100000"/>
              </a:lnSpc>
              <a:buFont typeface="Arial" panose="020B0604020202020204" pitchFamily="34" charset="0"/>
              <a:buChar char="•"/>
            </a:pPr>
            <a:r>
              <a:rPr lang="en-US" sz="1800" dirty="0"/>
              <a:t>Additional information related to </a:t>
            </a:r>
            <a:r>
              <a:rPr lang="en-US" sz="1800" b="1" dirty="0">
                <a:solidFill>
                  <a:srgbClr val="FFC000"/>
                </a:solidFill>
              </a:rPr>
              <a:t>Bank</a:t>
            </a:r>
            <a:r>
              <a:rPr lang="en-US" b="1" dirty="0">
                <a:solidFill>
                  <a:srgbClr val="FFC000"/>
                </a:solidFill>
              </a:rPr>
              <a:t>/ BG Group/ DVFSQ/ CS ODT etc. </a:t>
            </a:r>
            <a:r>
              <a:rPr lang="en-US" dirty="0"/>
              <a:t>are also captured for each waveform.</a:t>
            </a:r>
          </a:p>
        </p:txBody>
      </p:sp>
    </p:spTree>
    <p:extLst>
      <p:ext uri="{BB962C8B-B14F-4D97-AF65-F5344CB8AC3E}">
        <p14:creationId xmlns:p14="http://schemas.microsoft.com/office/powerpoint/2010/main" val="765154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0C95-68E2-82E3-7A34-EBF5E705E7D3}"/>
              </a:ext>
            </a:extLst>
          </p:cNvPr>
          <p:cNvSpPr>
            <a:spLocks noGrp="1"/>
          </p:cNvSpPr>
          <p:nvPr>
            <p:ph type="title"/>
          </p:nvPr>
        </p:nvSpPr>
        <p:spPr/>
        <p:txBody>
          <a:bodyPr/>
          <a:lstStyle/>
          <a:p>
            <a:r>
              <a:rPr lang="en-US" dirty="0"/>
              <a:t>State Transition Extraction Flowchart</a:t>
            </a:r>
          </a:p>
        </p:txBody>
      </p:sp>
      <p:graphicFrame>
        <p:nvGraphicFramePr>
          <p:cNvPr id="3" name="Diagram 2">
            <a:extLst>
              <a:ext uri="{FF2B5EF4-FFF2-40B4-BE49-F238E27FC236}">
                <a16:creationId xmlns:a16="http://schemas.microsoft.com/office/drawing/2014/main" id="{820C290D-029D-578A-A538-9CEF4DA9FFF3}"/>
              </a:ext>
            </a:extLst>
          </p:cNvPr>
          <p:cNvGraphicFramePr/>
          <p:nvPr>
            <p:extLst>
              <p:ext uri="{D42A27DB-BD31-4B8C-83A1-F6EECF244321}">
                <p14:modId xmlns:p14="http://schemas.microsoft.com/office/powerpoint/2010/main" val="2438023237"/>
              </p:ext>
            </p:extLst>
          </p:nvPr>
        </p:nvGraphicFramePr>
        <p:xfrm>
          <a:off x="2032000" y="88094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9933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F03A-E84C-2C44-FCE5-68191F66DC84}"/>
              </a:ext>
            </a:extLst>
          </p:cNvPr>
          <p:cNvSpPr>
            <a:spLocks noGrp="1"/>
          </p:cNvSpPr>
          <p:nvPr>
            <p:ph type="title"/>
          </p:nvPr>
        </p:nvSpPr>
        <p:spPr>
          <a:xfrm>
            <a:off x="169516" y="298174"/>
            <a:ext cx="11219688" cy="534871"/>
          </a:xfrm>
        </p:spPr>
        <p:txBody>
          <a:bodyPr/>
          <a:lstStyle/>
          <a:p>
            <a:r>
              <a:rPr lang="en-US" dirty="0"/>
              <a:t>Extraction of state transition diagram</a:t>
            </a:r>
          </a:p>
        </p:txBody>
      </p:sp>
      <p:pic>
        <p:nvPicPr>
          <p:cNvPr id="9" name="Picture 8" descr="A diagram of a network&#10;&#10;Description automatically generated">
            <a:extLst>
              <a:ext uri="{FF2B5EF4-FFF2-40B4-BE49-F238E27FC236}">
                <a16:creationId xmlns:a16="http://schemas.microsoft.com/office/drawing/2014/main" id="{07457A97-D497-688D-F598-4CA569C8D21A}"/>
              </a:ext>
            </a:extLst>
          </p:cNvPr>
          <p:cNvPicPr>
            <a:picLocks noChangeAspect="1"/>
          </p:cNvPicPr>
          <p:nvPr/>
        </p:nvPicPr>
        <p:blipFill>
          <a:blip r:embed="rId2"/>
          <a:stretch>
            <a:fillRect/>
          </a:stretch>
        </p:blipFill>
        <p:spPr>
          <a:xfrm>
            <a:off x="238887" y="897183"/>
            <a:ext cx="3469978" cy="4490559"/>
          </a:xfrm>
          <a:prstGeom prst="rect">
            <a:avLst/>
          </a:prstGeom>
          <a:ln w="28575">
            <a:solidFill>
              <a:schemeClr val="tx1"/>
            </a:solidFill>
          </a:ln>
        </p:spPr>
      </p:pic>
      <p:pic>
        <p:nvPicPr>
          <p:cNvPr id="11" name="Picture 10" descr="A diagram of a network&#10;&#10;Description automatically generated">
            <a:extLst>
              <a:ext uri="{FF2B5EF4-FFF2-40B4-BE49-F238E27FC236}">
                <a16:creationId xmlns:a16="http://schemas.microsoft.com/office/drawing/2014/main" id="{19D2EC6B-2636-23C7-FB28-D9ADA60BE1E0}"/>
              </a:ext>
            </a:extLst>
          </p:cNvPr>
          <p:cNvPicPr>
            <a:picLocks noChangeAspect="1"/>
          </p:cNvPicPr>
          <p:nvPr/>
        </p:nvPicPr>
        <p:blipFill>
          <a:blip r:embed="rId3"/>
          <a:stretch>
            <a:fillRect/>
          </a:stretch>
        </p:blipFill>
        <p:spPr>
          <a:xfrm>
            <a:off x="4360216" y="870852"/>
            <a:ext cx="3469979" cy="4551604"/>
          </a:xfrm>
          <a:prstGeom prst="rect">
            <a:avLst/>
          </a:prstGeom>
          <a:ln w="28575">
            <a:solidFill>
              <a:schemeClr val="tx1"/>
            </a:solidFill>
          </a:ln>
        </p:spPr>
      </p:pic>
      <p:pic>
        <p:nvPicPr>
          <p:cNvPr id="13" name="Picture 12" descr="A diagram of a triangle&#10;&#10;Description automatically generated with medium confidence">
            <a:extLst>
              <a:ext uri="{FF2B5EF4-FFF2-40B4-BE49-F238E27FC236}">
                <a16:creationId xmlns:a16="http://schemas.microsoft.com/office/drawing/2014/main" id="{E6B1DEDA-6C2A-9ACC-16D4-B1CAC6FBB273}"/>
              </a:ext>
            </a:extLst>
          </p:cNvPr>
          <p:cNvPicPr>
            <a:picLocks noChangeAspect="1"/>
          </p:cNvPicPr>
          <p:nvPr/>
        </p:nvPicPr>
        <p:blipFill>
          <a:blip r:embed="rId4"/>
          <a:stretch>
            <a:fillRect/>
          </a:stretch>
        </p:blipFill>
        <p:spPr>
          <a:xfrm>
            <a:off x="8449122" y="870851"/>
            <a:ext cx="3503991" cy="4534577"/>
          </a:xfrm>
          <a:prstGeom prst="rect">
            <a:avLst/>
          </a:prstGeom>
          <a:ln w="28575">
            <a:solidFill>
              <a:schemeClr val="tx1"/>
            </a:solidFill>
          </a:ln>
        </p:spPr>
      </p:pic>
      <p:sp>
        <p:nvSpPr>
          <p:cNvPr id="16" name="Arrow: Right 15">
            <a:extLst>
              <a:ext uri="{FF2B5EF4-FFF2-40B4-BE49-F238E27FC236}">
                <a16:creationId xmlns:a16="http://schemas.microsoft.com/office/drawing/2014/main" id="{E883A5D8-1E55-3445-F9F0-BAF92D613055}"/>
              </a:ext>
            </a:extLst>
          </p:cNvPr>
          <p:cNvSpPr/>
          <p:nvPr/>
        </p:nvSpPr>
        <p:spPr>
          <a:xfrm>
            <a:off x="3674180" y="2825890"/>
            <a:ext cx="720722" cy="355531"/>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19342011-B4BF-0F8B-07E7-7732598C7ED0}"/>
              </a:ext>
            </a:extLst>
          </p:cNvPr>
          <p:cNvSpPr/>
          <p:nvPr/>
        </p:nvSpPr>
        <p:spPr>
          <a:xfrm>
            <a:off x="7830194" y="2937023"/>
            <a:ext cx="618928" cy="355531"/>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2F87F58-DC79-EAB2-5E80-E0C358EF876A}"/>
              </a:ext>
            </a:extLst>
          </p:cNvPr>
          <p:cNvSpPr txBox="1"/>
          <p:nvPr/>
        </p:nvSpPr>
        <p:spPr>
          <a:xfrm>
            <a:off x="4722486" y="5422456"/>
            <a:ext cx="2745437" cy="1200329"/>
          </a:xfrm>
          <a:prstGeom prst="rect">
            <a:avLst/>
          </a:prstGeom>
          <a:solidFill>
            <a:schemeClr val="tx1"/>
          </a:solidFill>
        </p:spPr>
        <p:txBody>
          <a:bodyPr wrap="square" rtlCol="0">
            <a:spAutoFit/>
          </a:bodyPr>
          <a:lstStyle/>
          <a:p>
            <a:r>
              <a:rPr lang="en-US" b="1" dirty="0">
                <a:solidFill>
                  <a:srgbClr val="FFC000"/>
                </a:solidFill>
              </a:rPr>
              <a:t>Step2: Node Detections </a:t>
            </a:r>
            <a:r>
              <a:rPr lang="en-US" dirty="0">
                <a:solidFill>
                  <a:schemeClr val="bg1"/>
                </a:solidFill>
              </a:rPr>
              <a:t>(Double circle to detect if the nodes expand further)</a:t>
            </a:r>
          </a:p>
        </p:txBody>
      </p:sp>
      <p:sp>
        <p:nvSpPr>
          <p:cNvPr id="19" name="TextBox 18">
            <a:extLst>
              <a:ext uri="{FF2B5EF4-FFF2-40B4-BE49-F238E27FC236}">
                <a16:creationId xmlns:a16="http://schemas.microsoft.com/office/drawing/2014/main" id="{8BC4E971-403E-A7B5-9D60-D5B62DB6D34A}"/>
              </a:ext>
            </a:extLst>
          </p:cNvPr>
          <p:cNvSpPr txBox="1"/>
          <p:nvPr/>
        </p:nvSpPr>
        <p:spPr>
          <a:xfrm>
            <a:off x="488362" y="5387742"/>
            <a:ext cx="3003451" cy="1200329"/>
          </a:xfrm>
          <a:prstGeom prst="rect">
            <a:avLst/>
          </a:prstGeom>
          <a:solidFill>
            <a:schemeClr val="tx1"/>
          </a:solidFill>
        </p:spPr>
        <p:txBody>
          <a:bodyPr wrap="square" rtlCol="0">
            <a:spAutoFit/>
          </a:bodyPr>
          <a:lstStyle/>
          <a:p>
            <a:r>
              <a:rPr lang="en-US" b="1" dirty="0">
                <a:solidFill>
                  <a:srgbClr val="FFC000"/>
                </a:solidFill>
              </a:rPr>
              <a:t>Step1: Simplified State Transition Diagram </a:t>
            </a:r>
            <a:r>
              <a:rPr lang="en-US" dirty="0">
                <a:solidFill>
                  <a:schemeClr val="bg1"/>
                </a:solidFill>
              </a:rPr>
              <a:t>highlighting Transitions from one state to another</a:t>
            </a:r>
          </a:p>
        </p:txBody>
      </p:sp>
      <p:sp>
        <p:nvSpPr>
          <p:cNvPr id="20" name="TextBox 19">
            <a:extLst>
              <a:ext uri="{FF2B5EF4-FFF2-40B4-BE49-F238E27FC236}">
                <a16:creationId xmlns:a16="http://schemas.microsoft.com/office/drawing/2014/main" id="{8BBA2FD3-A3B5-ABE9-3A15-593DF01D9394}"/>
              </a:ext>
            </a:extLst>
          </p:cNvPr>
          <p:cNvSpPr txBox="1"/>
          <p:nvPr/>
        </p:nvSpPr>
        <p:spPr>
          <a:xfrm>
            <a:off x="9035896" y="5422456"/>
            <a:ext cx="2667742" cy="1200329"/>
          </a:xfrm>
          <a:prstGeom prst="rect">
            <a:avLst/>
          </a:prstGeom>
          <a:solidFill>
            <a:schemeClr val="tx1"/>
          </a:solidFill>
        </p:spPr>
        <p:txBody>
          <a:bodyPr wrap="square" rtlCol="0">
            <a:spAutoFit/>
          </a:bodyPr>
          <a:lstStyle/>
          <a:p>
            <a:r>
              <a:rPr lang="en-US" b="1" dirty="0">
                <a:solidFill>
                  <a:srgbClr val="FFC000"/>
                </a:solidFill>
              </a:rPr>
              <a:t>Step3: Remove Nodes </a:t>
            </a:r>
            <a:r>
              <a:rPr lang="en-US" dirty="0">
                <a:solidFill>
                  <a:schemeClr val="bg1"/>
                </a:solidFill>
              </a:rPr>
              <a:t>(to avoid Contour overlap) and </a:t>
            </a:r>
            <a:r>
              <a:rPr lang="en-US" b="1" dirty="0">
                <a:solidFill>
                  <a:srgbClr val="FFC000"/>
                </a:solidFill>
              </a:rPr>
              <a:t>Skeletonize</a:t>
            </a:r>
            <a:r>
              <a:rPr lang="en-US" dirty="0">
                <a:solidFill>
                  <a:schemeClr val="bg1"/>
                </a:solidFill>
              </a:rPr>
              <a:t> the image.</a:t>
            </a:r>
          </a:p>
        </p:txBody>
      </p:sp>
    </p:spTree>
    <p:extLst>
      <p:ext uri="{BB962C8B-B14F-4D97-AF65-F5344CB8AC3E}">
        <p14:creationId xmlns:p14="http://schemas.microsoft.com/office/powerpoint/2010/main" val="1824167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line drawing&#10;&#10;Description automatically generated">
            <a:extLst>
              <a:ext uri="{FF2B5EF4-FFF2-40B4-BE49-F238E27FC236}">
                <a16:creationId xmlns:a16="http://schemas.microsoft.com/office/drawing/2014/main" id="{C27386E2-15C3-F666-2461-DCF9E9972042}"/>
              </a:ext>
            </a:extLst>
          </p:cNvPr>
          <p:cNvPicPr>
            <a:picLocks noChangeAspect="1"/>
          </p:cNvPicPr>
          <p:nvPr/>
        </p:nvPicPr>
        <p:blipFill>
          <a:blip r:embed="rId2"/>
          <a:stretch>
            <a:fillRect/>
          </a:stretch>
        </p:blipFill>
        <p:spPr>
          <a:xfrm>
            <a:off x="251070" y="882498"/>
            <a:ext cx="3320545" cy="4164030"/>
          </a:xfrm>
          <a:prstGeom prst="rect">
            <a:avLst/>
          </a:prstGeom>
          <a:ln w="28575">
            <a:solidFill>
              <a:schemeClr val="tx1"/>
            </a:solidFill>
          </a:ln>
        </p:spPr>
      </p:pic>
      <p:pic>
        <p:nvPicPr>
          <p:cNvPr id="9" name="Picture 8" descr="A diagram of a network&#10;&#10;Description automatically generated">
            <a:extLst>
              <a:ext uri="{FF2B5EF4-FFF2-40B4-BE49-F238E27FC236}">
                <a16:creationId xmlns:a16="http://schemas.microsoft.com/office/drawing/2014/main" id="{A6F7A500-5FBD-8019-2AA7-3BD2757673B3}"/>
              </a:ext>
            </a:extLst>
          </p:cNvPr>
          <p:cNvPicPr>
            <a:picLocks noChangeAspect="1"/>
          </p:cNvPicPr>
          <p:nvPr/>
        </p:nvPicPr>
        <p:blipFill>
          <a:blip r:embed="rId3"/>
          <a:stretch>
            <a:fillRect/>
          </a:stretch>
        </p:blipFill>
        <p:spPr>
          <a:xfrm>
            <a:off x="4080935" y="851496"/>
            <a:ext cx="3382616" cy="4195032"/>
          </a:xfrm>
          <a:prstGeom prst="rect">
            <a:avLst/>
          </a:prstGeom>
          <a:ln w="28575">
            <a:solidFill>
              <a:schemeClr val="tx1"/>
            </a:solidFill>
          </a:ln>
        </p:spPr>
      </p:pic>
      <p:pic>
        <p:nvPicPr>
          <p:cNvPr id="15" name="Picture 14">
            <a:extLst>
              <a:ext uri="{FF2B5EF4-FFF2-40B4-BE49-F238E27FC236}">
                <a16:creationId xmlns:a16="http://schemas.microsoft.com/office/drawing/2014/main" id="{D7B61B74-E64F-FE96-782D-B9479DBCBC24}"/>
              </a:ext>
            </a:extLst>
          </p:cNvPr>
          <p:cNvPicPr>
            <a:picLocks noChangeAspect="1"/>
          </p:cNvPicPr>
          <p:nvPr/>
        </p:nvPicPr>
        <p:blipFill>
          <a:blip r:embed="rId4"/>
          <a:stretch>
            <a:fillRect/>
          </a:stretch>
        </p:blipFill>
        <p:spPr>
          <a:xfrm>
            <a:off x="7972871" y="786805"/>
            <a:ext cx="3829051" cy="4259723"/>
          </a:xfrm>
          <a:prstGeom prst="rect">
            <a:avLst/>
          </a:prstGeom>
          <a:ln w="28575">
            <a:solidFill>
              <a:schemeClr val="tx1"/>
            </a:solidFill>
          </a:ln>
        </p:spPr>
      </p:pic>
      <p:sp>
        <p:nvSpPr>
          <p:cNvPr id="16" name="Arrow: Right 15">
            <a:extLst>
              <a:ext uri="{FF2B5EF4-FFF2-40B4-BE49-F238E27FC236}">
                <a16:creationId xmlns:a16="http://schemas.microsoft.com/office/drawing/2014/main" id="{77780813-AA77-7486-E02A-1579C3E11E80}"/>
              </a:ext>
            </a:extLst>
          </p:cNvPr>
          <p:cNvSpPr/>
          <p:nvPr/>
        </p:nvSpPr>
        <p:spPr>
          <a:xfrm>
            <a:off x="3571615" y="2820060"/>
            <a:ext cx="509320" cy="32385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66D5C0D5-BC45-0D1F-011E-BA3D9260D4DA}"/>
              </a:ext>
            </a:extLst>
          </p:cNvPr>
          <p:cNvSpPr/>
          <p:nvPr/>
        </p:nvSpPr>
        <p:spPr>
          <a:xfrm>
            <a:off x="7463551" y="2810535"/>
            <a:ext cx="509320" cy="32385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A2DB8C6-E05C-BAD7-85E1-330073F96AEF}"/>
              </a:ext>
            </a:extLst>
          </p:cNvPr>
          <p:cNvSpPr txBox="1"/>
          <p:nvPr/>
        </p:nvSpPr>
        <p:spPr>
          <a:xfrm>
            <a:off x="4143006" y="5083940"/>
            <a:ext cx="3320545" cy="1477328"/>
          </a:xfrm>
          <a:prstGeom prst="rect">
            <a:avLst/>
          </a:prstGeom>
          <a:solidFill>
            <a:schemeClr val="tx1"/>
          </a:solidFill>
        </p:spPr>
        <p:txBody>
          <a:bodyPr wrap="square" rtlCol="0">
            <a:spAutoFit/>
          </a:bodyPr>
          <a:lstStyle/>
          <a:p>
            <a:pPr algn="ctr"/>
            <a:r>
              <a:rPr lang="en-US" b="1" dirty="0">
                <a:solidFill>
                  <a:srgbClr val="FFC000"/>
                </a:solidFill>
              </a:rPr>
              <a:t>Step5: Optical Character Recognition </a:t>
            </a:r>
            <a:r>
              <a:rPr lang="en-US" dirty="0">
                <a:solidFill>
                  <a:schemeClr val="bg1"/>
                </a:solidFill>
              </a:rPr>
              <a:t>(to understand and detect all the text present in the image for nodes and commands)</a:t>
            </a:r>
          </a:p>
        </p:txBody>
      </p:sp>
      <p:sp>
        <p:nvSpPr>
          <p:cNvPr id="19" name="TextBox 18">
            <a:extLst>
              <a:ext uri="{FF2B5EF4-FFF2-40B4-BE49-F238E27FC236}">
                <a16:creationId xmlns:a16="http://schemas.microsoft.com/office/drawing/2014/main" id="{CD0D622A-A46B-3E8A-7F8F-72262A141B4D}"/>
              </a:ext>
            </a:extLst>
          </p:cNvPr>
          <p:cNvSpPr txBox="1"/>
          <p:nvPr/>
        </p:nvSpPr>
        <p:spPr>
          <a:xfrm>
            <a:off x="251069" y="5094505"/>
            <a:ext cx="3320545" cy="1477328"/>
          </a:xfrm>
          <a:prstGeom prst="rect">
            <a:avLst/>
          </a:prstGeom>
          <a:solidFill>
            <a:schemeClr val="tx1"/>
          </a:solidFill>
        </p:spPr>
        <p:txBody>
          <a:bodyPr wrap="square" rtlCol="0">
            <a:spAutoFit/>
          </a:bodyPr>
          <a:lstStyle/>
          <a:p>
            <a:pPr algn="ctr"/>
            <a:r>
              <a:rPr lang="en-US" b="1" dirty="0">
                <a:solidFill>
                  <a:srgbClr val="FFC000"/>
                </a:solidFill>
              </a:rPr>
              <a:t>Step4: Arrow Detections (Overlapping Arrows, Broken Arrows, Different directions)</a:t>
            </a:r>
            <a:r>
              <a:rPr lang="en-US" b="1" dirty="0">
                <a:solidFill>
                  <a:schemeClr val="bg1"/>
                </a:solidFill>
              </a:rPr>
              <a:t>, </a:t>
            </a:r>
            <a:r>
              <a:rPr lang="en-US" dirty="0">
                <a:solidFill>
                  <a:schemeClr val="bg1"/>
                </a:solidFill>
              </a:rPr>
              <a:t>Detect arrow start, end, Directed Graph</a:t>
            </a:r>
          </a:p>
        </p:txBody>
      </p:sp>
      <p:sp>
        <p:nvSpPr>
          <p:cNvPr id="20" name="TextBox 19">
            <a:extLst>
              <a:ext uri="{FF2B5EF4-FFF2-40B4-BE49-F238E27FC236}">
                <a16:creationId xmlns:a16="http://schemas.microsoft.com/office/drawing/2014/main" id="{65E5BE45-D491-04AD-DC03-944AF475A7C2}"/>
              </a:ext>
            </a:extLst>
          </p:cNvPr>
          <p:cNvSpPr txBox="1"/>
          <p:nvPr/>
        </p:nvSpPr>
        <p:spPr>
          <a:xfrm>
            <a:off x="8578736" y="5046528"/>
            <a:ext cx="2617319" cy="1477328"/>
          </a:xfrm>
          <a:prstGeom prst="rect">
            <a:avLst/>
          </a:prstGeom>
          <a:solidFill>
            <a:schemeClr val="tx1"/>
          </a:solidFill>
        </p:spPr>
        <p:txBody>
          <a:bodyPr wrap="square" rtlCol="0">
            <a:spAutoFit/>
          </a:bodyPr>
          <a:lstStyle/>
          <a:p>
            <a:pPr algn="ctr"/>
            <a:r>
              <a:rPr lang="en-US" b="1" dirty="0">
                <a:solidFill>
                  <a:srgbClr val="FFC000"/>
                </a:solidFill>
              </a:rPr>
              <a:t>Step6: Linking nodes, text and commands</a:t>
            </a:r>
            <a:r>
              <a:rPr lang="en-US" dirty="0">
                <a:solidFill>
                  <a:schemeClr val="bg1"/>
                </a:solidFill>
              </a:rPr>
              <a:t> together and capture it into a </a:t>
            </a:r>
            <a:r>
              <a:rPr lang="en-US" b="1" dirty="0">
                <a:solidFill>
                  <a:srgbClr val="FFC000"/>
                </a:solidFill>
              </a:rPr>
              <a:t>Transition Matrix</a:t>
            </a:r>
          </a:p>
        </p:txBody>
      </p:sp>
      <p:sp>
        <p:nvSpPr>
          <p:cNvPr id="2" name="Title 1">
            <a:extLst>
              <a:ext uri="{FF2B5EF4-FFF2-40B4-BE49-F238E27FC236}">
                <a16:creationId xmlns:a16="http://schemas.microsoft.com/office/drawing/2014/main" id="{C70ABEA9-7E8A-87B1-7735-4F50398D14D1}"/>
              </a:ext>
            </a:extLst>
          </p:cNvPr>
          <p:cNvSpPr>
            <a:spLocks noGrp="1"/>
          </p:cNvSpPr>
          <p:nvPr>
            <p:ph type="title"/>
          </p:nvPr>
        </p:nvSpPr>
        <p:spPr>
          <a:xfrm>
            <a:off x="155373" y="264961"/>
            <a:ext cx="11219688" cy="534871"/>
          </a:xfrm>
        </p:spPr>
        <p:txBody>
          <a:bodyPr/>
          <a:lstStyle/>
          <a:p>
            <a:r>
              <a:rPr lang="en-US" dirty="0"/>
              <a:t>Extraction of state transition diagram</a:t>
            </a:r>
          </a:p>
        </p:txBody>
      </p:sp>
    </p:spTree>
    <p:extLst>
      <p:ext uri="{BB962C8B-B14F-4D97-AF65-F5344CB8AC3E}">
        <p14:creationId xmlns:p14="http://schemas.microsoft.com/office/powerpoint/2010/main" val="1115061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3BCD3-0978-D003-7A6A-48FDC57DB326}"/>
              </a:ext>
            </a:extLst>
          </p:cNvPr>
          <p:cNvSpPr>
            <a:spLocks noGrp="1"/>
          </p:cNvSpPr>
          <p:nvPr>
            <p:ph type="title"/>
          </p:nvPr>
        </p:nvSpPr>
        <p:spPr/>
        <p:txBody>
          <a:bodyPr/>
          <a:lstStyle/>
          <a:p>
            <a:r>
              <a:rPr lang="en-US" dirty="0"/>
              <a:t>Waveform Extraction Flowchart</a:t>
            </a:r>
          </a:p>
        </p:txBody>
      </p:sp>
      <p:graphicFrame>
        <p:nvGraphicFramePr>
          <p:cNvPr id="6" name="Diagram 5">
            <a:extLst>
              <a:ext uri="{FF2B5EF4-FFF2-40B4-BE49-F238E27FC236}">
                <a16:creationId xmlns:a16="http://schemas.microsoft.com/office/drawing/2014/main" id="{7A425923-4FF7-F0C9-C756-2EF634513216}"/>
              </a:ext>
            </a:extLst>
          </p:cNvPr>
          <p:cNvGraphicFramePr/>
          <p:nvPr>
            <p:extLst>
              <p:ext uri="{D42A27DB-BD31-4B8C-83A1-F6EECF244321}">
                <p14:modId xmlns:p14="http://schemas.microsoft.com/office/powerpoint/2010/main" val="285521149"/>
              </p:ext>
            </p:extLst>
          </p:nvPr>
        </p:nvGraphicFramePr>
        <p:xfrm>
          <a:off x="819889" y="1350335"/>
          <a:ext cx="9727609" cy="5087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5244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5151D-AA3D-2F5D-3B76-5BD95039A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1B5B8-8D74-CD1F-8B70-C442A405137B}"/>
              </a:ext>
            </a:extLst>
          </p:cNvPr>
          <p:cNvSpPr>
            <a:spLocks noGrp="1"/>
          </p:cNvSpPr>
          <p:nvPr>
            <p:ph type="title"/>
          </p:nvPr>
        </p:nvSpPr>
        <p:spPr>
          <a:xfrm>
            <a:off x="406592" y="202262"/>
            <a:ext cx="11219688" cy="534871"/>
          </a:xfrm>
        </p:spPr>
        <p:txBody>
          <a:bodyPr/>
          <a:lstStyle/>
          <a:p>
            <a:r>
              <a:rPr lang="en-US" dirty="0"/>
              <a:t>Waveform Extraction</a:t>
            </a:r>
          </a:p>
        </p:txBody>
      </p:sp>
      <p:pic>
        <p:nvPicPr>
          <p:cNvPr id="9" name="Content Placeholder 8" descr="A blueprint of a machine&#10;&#10;AI-generated content may be incorrect.">
            <a:extLst>
              <a:ext uri="{FF2B5EF4-FFF2-40B4-BE49-F238E27FC236}">
                <a16:creationId xmlns:a16="http://schemas.microsoft.com/office/drawing/2014/main" id="{A3D55385-E785-C61A-20B9-DFE46095CE93}"/>
              </a:ext>
            </a:extLst>
          </p:cNvPr>
          <p:cNvPicPr>
            <a:picLocks noGrp="1" noChangeAspect="1"/>
          </p:cNvPicPr>
          <p:nvPr>
            <p:ph idx="1"/>
          </p:nvPr>
        </p:nvPicPr>
        <p:blipFill>
          <a:blip r:embed="rId2"/>
          <a:stretch>
            <a:fillRect/>
          </a:stretch>
        </p:blipFill>
        <p:spPr>
          <a:xfrm>
            <a:off x="2622621" y="783223"/>
            <a:ext cx="3202349" cy="2716951"/>
          </a:xfrm>
          <a:ln w="19050">
            <a:solidFill>
              <a:schemeClr val="tx1"/>
            </a:solidFill>
          </a:ln>
        </p:spPr>
      </p:pic>
      <p:sp>
        <p:nvSpPr>
          <p:cNvPr id="20" name="Rectangle 19">
            <a:extLst>
              <a:ext uri="{FF2B5EF4-FFF2-40B4-BE49-F238E27FC236}">
                <a16:creationId xmlns:a16="http://schemas.microsoft.com/office/drawing/2014/main" id="{8B530A3F-FAA8-B662-A4BF-82B968B49416}"/>
              </a:ext>
            </a:extLst>
          </p:cNvPr>
          <p:cNvSpPr/>
          <p:nvPr/>
        </p:nvSpPr>
        <p:spPr>
          <a:xfrm>
            <a:off x="196698" y="3599228"/>
            <a:ext cx="2106957" cy="2746774"/>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Step1:</a:t>
            </a:r>
            <a:r>
              <a:rPr lang="en-US" sz="1400" dirty="0">
                <a:solidFill>
                  <a:srgbClr val="FFC000"/>
                </a:solidFill>
              </a:rPr>
              <a:t> </a:t>
            </a:r>
          </a:p>
          <a:p>
            <a:pPr marL="285750" indent="-285750">
              <a:lnSpc>
                <a:spcPct val="100000"/>
              </a:lnSpc>
              <a:buFont typeface="Arial" panose="020B0604020202020204" pitchFamily="34" charset="0"/>
              <a:buChar char="•"/>
            </a:pPr>
            <a:r>
              <a:rPr lang="en-US" sz="1400" dirty="0"/>
              <a:t>From the given PDF, waveform is </a:t>
            </a:r>
            <a:r>
              <a:rPr lang="en-US" sz="1400" b="1" dirty="0">
                <a:solidFill>
                  <a:srgbClr val="FFC000"/>
                </a:solidFill>
              </a:rPr>
              <a:t>located and extracted </a:t>
            </a:r>
            <a:r>
              <a:rPr lang="en-US" sz="1400" dirty="0"/>
              <a:t>as a single image. </a:t>
            </a:r>
          </a:p>
          <a:p>
            <a:pPr marL="285750" indent="-285750">
              <a:lnSpc>
                <a:spcPct val="100000"/>
              </a:lnSpc>
              <a:buFont typeface="Arial" panose="020B0604020202020204" pitchFamily="34" charset="0"/>
              <a:buChar char="•"/>
            </a:pPr>
            <a:r>
              <a:rPr lang="en-US" sz="1400" dirty="0"/>
              <a:t>This detection is done using the post processed text data.</a:t>
            </a:r>
          </a:p>
          <a:p>
            <a:pPr>
              <a:lnSpc>
                <a:spcPct val="100000"/>
              </a:lnSpc>
            </a:pPr>
            <a:endParaRPr lang="en-US" sz="1400" dirty="0"/>
          </a:p>
          <a:p>
            <a:pPr>
              <a:lnSpc>
                <a:spcPct val="100000"/>
              </a:lnSpc>
            </a:pPr>
            <a:endParaRPr lang="en-US" sz="1400" dirty="0"/>
          </a:p>
          <a:p>
            <a:pPr>
              <a:lnSpc>
                <a:spcPct val="100000"/>
              </a:lnSpc>
            </a:pPr>
            <a:endParaRPr lang="en-US" sz="1400" dirty="0"/>
          </a:p>
        </p:txBody>
      </p:sp>
      <p:grpSp>
        <p:nvGrpSpPr>
          <p:cNvPr id="24" name="Group 23">
            <a:extLst>
              <a:ext uri="{FF2B5EF4-FFF2-40B4-BE49-F238E27FC236}">
                <a16:creationId xmlns:a16="http://schemas.microsoft.com/office/drawing/2014/main" id="{557BC65F-1937-E022-2918-1389D26889EA}"/>
              </a:ext>
            </a:extLst>
          </p:cNvPr>
          <p:cNvGrpSpPr/>
          <p:nvPr/>
        </p:nvGrpSpPr>
        <p:grpSpPr>
          <a:xfrm>
            <a:off x="193941" y="796320"/>
            <a:ext cx="2109714" cy="2716951"/>
            <a:chOff x="634918" y="783150"/>
            <a:chExt cx="2109714" cy="2716951"/>
          </a:xfrm>
        </p:grpSpPr>
        <p:pic>
          <p:nvPicPr>
            <p:cNvPr id="7" name="Picture 6">
              <a:extLst>
                <a:ext uri="{FF2B5EF4-FFF2-40B4-BE49-F238E27FC236}">
                  <a16:creationId xmlns:a16="http://schemas.microsoft.com/office/drawing/2014/main" id="{4BE40046-4518-0074-E2A0-770FF09387AA}"/>
                </a:ext>
              </a:extLst>
            </p:cNvPr>
            <p:cNvPicPr>
              <a:picLocks noChangeAspect="1"/>
            </p:cNvPicPr>
            <p:nvPr/>
          </p:nvPicPr>
          <p:blipFill>
            <a:blip r:embed="rId3"/>
            <a:stretch>
              <a:fillRect/>
            </a:stretch>
          </p:blipFill>
          <p:spPr>
            <a:xfrm>
              <a:off x="634918" y="783150"/>
              <a:ext cx="2109714" cy="2716951"/>
            </a:xfrm>
            <a:prstGeom prst="rect">
              <a:avLst/>
            </a:prstGeom>
          </p:spPr>
        </p:pic>
        <p:sp>
          <p:nvSpPr>
            <p:cNvPr id="21" name="Rectangle 20">
              <a:extLst>
                <a:ext uri="{FF2B5EF4-FFF2-40B4-BE49-F238E27FC236}">
                  <a16:creationId xmlns:a16="http://schemas.microsoft.com/office/drawing/2014/main" id="{CD54EDD2-9768-9EB3-4287-CB41279E6E36}"/>
                </a:ext>
              </a:extLst>
            </p:cNvPr>
            <p:cNvSpPr/>
            <p:nvPr/>
          </p:nvSpPr>
          <p:spPr>
            <a:xfrm>
              <a:off x="816723" y="1020725"/>
              <a:ext cx="1718864" cy="1169581"/>
            </a:xfrm>
            <a:prstGeom prst="rect">
              <a:avLst/>
            </a:prstGeom>
            <a:noFill/>
            <a:ln w="28575" cap="sq">
              <a:solidFill>
                <a:srgbClr val="EA2463"/>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grpSp>
      <p:pic>
        <p:nvPicPr>
          <p:cNvPr id="3" name="Content Placeholder 6">
            <a:extLst>
              <a:ext uri="{FF2B5EF4-FFF2-40B4-BE49-F238E27FC236}">
                <a16:creationId xmlns:a16="http://schemas.microsoft.com/office/drawing/2014/main" id="{EB0B7867-82B0-632E-8312-BA8543E9F670}"/>
              </a:ext>
            </a:extLst>
          </p:cNvPr>
          <p:cNvPicPr>
            <a:picLocks noChangeAspect="1"/>
          </p:cNvPicPr>
          <p:nvPr/>
        </p:nvPicPr>
        <p:blipFill>
          <a:blip r:embed="rId4"/>
          <a:stretch>
            <a:fillRect/>
          </a:stretch>
        </p:blipFill>
        <p:spPr>
          <a:xfrm>
            <a:off x="6069376" y="783223"/>
            <a:ext cx="3674333" cy="2730020"/>
          </a:xfrm>
          <a:prstGeom prst="rect">
            <a:avLst/>
          </a:prstGeom>
          <a:ln w="19050">
            <a:solidFill>
              <a:schemeClr val="tx1"/>
            </a:solidFill>
          </a:ln>
        </p:spPr>
      </p:pic>
      <p:grpSp>
        <p:nvGrpSpPr>
          <p:cNvPr id="6" name="Group 5">
            <a:extLst>
              <a:ext uri="{FF2B5EF4-FFF2-40B4-BE49-F238E27FC236}">
                <a16:creationId xmlns:a16="http://schemas.microsoft.com/office/drawing/2014/main" id="{53108913-E0DC-9384-4012-AF38910166FD}"/>
              </a:ext>
            </a:extLst>
          </p:cNvPr>
          <p:cNvGrpSpPr/>
          <p:nvPr/>
        </p:nvGrpSpPr>
        <p:grpSpPr>
          <a:xfrm>
            <a:off x="10046715" y="783223"/>
            <a:ext cx="1953946" cy="1329494"/>
            <a:chOff x="9712773" y="103472"/>
            <a:chExt cx="2411435" cy="2533402"/>
          </a:xfrm>
          <a:solidFill>
            <a:schemeClr val="bg1">
              <a:lumMod val="65000"/>
            </a:schemeClr>
          </a:solidFill>
        </p:grpSpPr>
        <p:sp>
          <p:nvSpPr>
            <p:cNvPr id="8" name="Rectangle 7">
              <a:extLst>
                <a:ext uri="{FF2B5EF4-FFF2-40B4-BE49-F238E27FC236}">
                  <a16:creationId xmlns:a16="http://schemas.microsoft.com/office/drawing/2014/main" id="{6E589D4E-BA6C-6BCB-4256-164335F74B83}"/>
                </a:ext>
              </a:extLst>
            </p:cNvPr>
            <p:cNvSpPr/>
            <p:nvPr/>
          </p:nvSpPr>
          <p:spPr>
            <a:xfrm>
              <a:off x="9712773" y="103472"/>
              <a:ext cx="2411435" cy="2533402"/>
            </a:xfrm>
            <a:prstGeom prst="rect">
              <a:avLst/>
            </a:prstGeom>
            <a:grp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10" name="Picture 9">
              <a:extLst>
                <a:ext uri="{FF2B5EF4-FFF2-40B4-BE49-F238E27FC236}">
                  <a16:creationId xmlns:a16="http://schemas.microsoft.com/office/drawing/2014/main" id="{56C1FBA2-2B87-AFF5-9886-985C8B941EBD}"/>
                </a:ext>
              </a:extLst>
            </p:cNvPr>
            <p:cNvPicPr>
              <a:picLocks noChangeAspect="1"/>
            </p:cNvPicPr>
            <p:nvPr/>
          </p:nvPicPr>
          <p:blipFill>
            <a:blip r:embed="rId5"/>
            <a:stretch>
              <a:fillRect/>
            </a:stretch>
          </p:blipFill>
          <p:spPr>
            <a:xfrm>
              <a:off x="9958686" y="382025"/>
              <a:ext cx="1960456" cy="227960"/>
            </a:xfrm>
            <a:prstGeom prst="rect">
              <a:avLst/>
            </a:prstGeom>
            <a:grpFill/>
          </p:spPr>
        </p:pic>
        <p:pic>
          <p:nvPicPr>
            <p:cNvPr id="12" name="Picture 11">
              <a:extLst>
                <a:ext uri="{FF2B5EF4-FFF2-40B4-BE49-F238E27FC236}">
                  <a16:creationId xmlns:a16="http://schemas.microsoft.com/office/drawing/2014/main" id="{632A7258-00CE-D97E-A370-245FF10AC823}"/>
                </a:ext>
              </a:extLst>
            </p:cNvPr>
            <p:cNvPicPr>
              <a:picLocks noChangeAspect="1"/>
            </p:cNvPicPr>
            <p:nvPr/>
          </p:nvPicPr>
          <p:blipFill>
            <a:blip r:embed="rId6"/>
            <a:stretch>
              <a:fillRect/>
            </a:stretch>
          </p:blipFill>
          <p:spPr>
            <a:xfrm>
              <a:off x="10073031" y="801781"/>
              <a:ext cx="796050" cy="306173"/>
            </a:xfrm>
            <a:prstGeom prst="rect">
              <a:avLst/>
            </a:prstGeom>
            <a:grpFill/>
          </p:spPr>
        </p:pic>
        <p:pic>
          <p:nvPicPr>
            <p:cNvPr id="13" name="Picture 12">
              <a:extLst>
                <a:ext uri="{FF2B5EF4-FFF2-40B4-BE49-F238E27FC236}">
                  <a16:creationId xmlns:a16="http://schemas.microsoft.com/office/drawing/2014/main" id="{02219A79-9AF2-A4FC-E3BB-BC4AA417D0AA}"/>
                </a:ext>
              </a:extLst>
            </p:cNvPr>
            <p:cNvPicPr>
              <a:picLocks noChangeAspect="1"/>
            </p:cNvPicPr>
            <p:nvPr/>
          </p:nvPicPr>
          <p:blipFill>
            <a:blip r:embed="rId7"/>
            <a:stretch>
              <a:fillRect/>
            </a:stretch>
          </p:blipFill>
          <p:spPr>
            <a:xfrm>
              <a:off x="9958681" y="1304277"/>
              <a:ext cx="1960461" cy="154367"/>
            </a:xfrm>
            <a:prstGeom prst="rect">
              <a:avLst/>
            </a:prstGeom>
            <a:grpFill/>
          </p:spPr>
        </p:pic>
        <p:pic>
          <p:nvPicPr>
            <p:cNvPr id="14" name="Picture 13">
              <a:extLst>
                <a:ext uri="{FF2B5EF4-FFF2-40B4-BE49-F238E27FC236}">
                  <a16:creationId xmlns:a16="http://schemas.microsoft.com/office/drawing/2014/main" id="{CEA0B49A-0237-18A0-9360-2403A16EF41F}"/>
                </a:ext>
              </a:extLst>
            </p:cNvPr>
            <p:cNvPicPr>
              <a:picLocks noChangeAspect="1"/>
            </p:cNvPicPr>
            <p:nvPr/>
          </p:nvPicPr>
          <p:blipFill>
            <a:blip r:embed="rId8"/>
            <a:stretch>
              <a:fillRect/>
            </a:stretch>
          </p:blipFill>
          <p:spPr>
            <a:xfrm>
              <a:off x="9930575" y="1673596"/>
              <a:ext cx="2093168" cy="240594"/>
            </a:xfrm>
            <a:prstGeom prst="rect">
              <a:avLst/>
            </a:prstGeom>
            <a:grpFill/>
          </p:spPr>
        </p:pic>
        <p:pic>
          <p:nvPicPr>
            <p:cNvPr id="16" name="Picture 15">
              <a:extLst>
                <a:ext uri="{FF2B5EF4-FFF2-40B4-BE49-F238E27FC236}">
                  <a16:creationId xmlns:a16="http://schemas.microsoft.com/office/drawing/2014/main" id="{3217D221-D095-A651-7EF9-24D8731CE4E3}"/>
                </a:ext>
              </a:extLst>
            </p:cNvPr>
            <p:cNvPicPr>
              <a:picLocks noChangeAspect="1"/>
            </p:cNvPicPr>
            <p:nvPr/>
          </p:nvPicPr>
          <p:blipFill>
            <a:blip r:embed="rId9"/>
            <a:stretch>
              <a:fillRect/>
            </a:stretch>
          </p:blipFill>
          <p:spPr>
            <a:xfrm>
              <a:off x="10015441" y="2185278"/>
              <a:ext cx="1958527" cy="149506"/>
            </a:xfrm>
            <a:prstGeom prst="rect">
              <a:avLst/>
            </a:prstGeom>
            <a:grpFill/>
          </p:spPr>
        </p:pic>
        <p:pic>
          <p:nvPicPr>
            <p:cNvPr id="22" name="Picture 21">
              <a:extLst>
                <a:ext uri="{FF2B5EF4-FFF2-40B4-BE49-F238E27FC236}">
                  <a16:creationId xmlns:a16="http://schemas.microsoft.com/office/drawing/2014/main" id="{BDAED649-6598-5043-641C-0E81F5691687}"/>
                </a:ext>
              </a:extLst>
            </p:cNvPr>
            <p:cNvPicPr>
              <a:picLocks noChangeAspect="1"/>
            </p:cNvPicPr>
            <p:nvPr/>
          </p:nvPicPr>
          <p:blipFill>
            <a:blip r:embed="rId10"/>
            <a:stretch>
              <a:fillRect/>
            </a:stretch>
          </p:blipFill>
          <p:spPr>
            <a:xfrm>
              <a:off x="11170391" y="808156"/>
              <a:ext cx="669806" cy="257618"/>
            </a:xfrm>
            <a:prstGeom prst="rect">
              <a:avLst/>
            </a:prstGeom>
            <a:grpFill/>
          </p:spPr>
        </p:pic>
      </p:grpSp>
      <p:grpSp>
        <p:nvGrpSpPr>
          <p:cNvPr id="23" name="Group 22">
            <a:extLst>
              <a:ext uri="{FF2B5EF4-FFF2-40B4-BE49-F238E27FC236}">
                <a16:creationId xmlns:a16="http://schemas.microsoft.com/office/drawing/2014/main" id="{A110964E-0C6F-2F27-DD88-2DA0F2FACBB3}"/>
              </a:ext>
            </a:extLst>
          </p:cNvPr>
          <p:cNvGrpSpPr/>
          <p:nvPr/>
        </p:nvGrpSpPr>
        <p:grpSpPr>
          <a:xfrm>
            <a:off x="9973182" y="2409608"/>
            <a:ext cx="2024877" cy="1101484"/>
            <a:chOff x="9689671" y="2860230"/>
            <a:chExt cx="2411435" cy="2533402"/>
          </a:xfrm>
          <a:solidFill>
            <a:schemeClr val="bg1">
              <a:lumMod val="65000"/>
            </a:schemeClr>
          </a:solidFill>
        </p:grpSpPr>
        <p:sp>
          <p:nvSpPr>
            <p:cNvPr id="29" name="Rectangle 28">
              <a:extLst>
                <a:ext uri="{FF2B5EF4-FFF2-40B4-BE49-F238E27FC236}">
                  <a16:creationId xmlns:a16="http://schemas.microsoft.com/office/drawing/2014/main" id="{E6E4C4EC-4390-1E6A-D978-585298A0D9B8}"/>
                </a:ext>
              </a:extLst>
            </p:cNvPr>
            <p:cNvSpPr/>
            <p:nvPr/>
          </p:nvSpPr>
          <p:spPr>
            <a:xfrm>
              <a:off x="9689671" y="2860230"/>
              <a:ext cx="2411435" cy="2533402"/>
            </a:xfrm>
            <a:prstGeom prst="rect">
              <a:avLst/>
            </a:prstGeom>
            <a:grp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30" name="Picture 29">
              <a:extLst>
                <a:ext uri="{FF2B5EF4-FFF2-40B4-BE49-F238E27FC236}">
                  <a16:creationId xmlns:a16="http://schemas.microsoft.com/office/drawing/2014/main" id="{69F2D364-6EFA-6585-684F-180C9683F3FA}"/>
                </a:ext>
              </a:extLst>
            </p:cNvPr>
            <p:cNvPicPr>
              <a:picLocks noChangeAspect="1"/>
            </p:cNvPicPr>
            <p:nvPr/>
          </p:nvPicPr>
          <p:blipFill>
            <a:blip r:embed="rId11"/>
            <a:stretch>
              <a:fillRect/>
            </a:stretch>
          </p:blipFill>
          <p:spPr>
            <a:xfrm>
              <a:off x="9848810" y="4126931"/>
              <a:ext cx="2093159" cy="240593"/>
            </a:xfrm>
            <a:prstGeom prst="rect">
              <a:avLst/>
            </a:prstGeom>
            <a:grpFill/>
          </p:spPr>
        </p:pic>
        <p:pic>
          <p:nvPicPr>
            <p:cNvPr id="31" name="Picture 30">
              <a:extLst>
                <a:ext uri="{FF2B5EF4-FFF2-40B4-BE49-F238E27FC236}">
                  <a16:creationId xmlns:a16="http://schemas.microsoft.com/office/drawing/2014/main" id="{26387317-5CDD-DE14-F02C-E732506DDF65}"/>
                </a:ext>
              </a:extLst>
            </p:cNvPr>
            <p:cNvPicPr>
              <a:picLocks noChangeAspect="1"/>
            </p:cNvPicPr>
            <p:nvPr/>
          </p:nvPicPr>
          <p:blipFill>
            <a:blip r:embed="rId12"/>
            <a:stretch>
              <a:fillRect/>
            </a:stretch>
          </p:blipFill>
          <p:spPr>
            <a:xfrm>
              <a:off x="9930575" y="3607583"/>
              <a:ext cx="1873435" cy="205872"/>
            </a:xfrm>
            <a:prstGeom prst="rect">
              <a:avLst/>
            </a:prstGeom>
            <a:grpFill/>
          </p:spPr>
        </p:pic>
        <p:pic>
          <p:nvPicPr>
            <p:cNvPr id="32" name="Picture 31">
              <a:extLst>
                <a:ext uri="{FF2B5EF4-FFF2-40B4-BE49-F238E27FC236}">
                  <a16:creationId xmlns:a16="http://schemas.microsoft.com/office/drawing/2014/main" id="{58BD666A-B766-E637-FDF0-BF00C4B2A140}"/>
                </a:ext>
              </a:extLst>
            </p:cNvPr>
            <p:cNvPicPr>
              <a:picLocks noChangeAspect="1"/>
            </p:cNvPicPr>
            <p:nvPr/>
          </p:nvPicPr>
          <p:blipFill>
            <a:blip r:embed="rId13"/>
            <a:stretch>
              <a:fillRect/>
            </a:stretch>
          </p:blipFill>
          <p:spPr>
            <a:xfrm>
              <a:off x="9848810" y="4746226"/>
              <a:ext cx="1082599" cy="300722"/>
            </a:xfrm>
            <a:prstGeom prst="rect">
              <a:avLst/>
            </a:prstGeom>
            <a:grpFill/>
          </p:spPr>
        </p:pic>
        <p:pic>
          <p:nvPicPr>
            <p:cNvPr id="33" name="Picture 32">
              <a:extLst>
                <a:ext uri="{FF2B5EF4-FFF2-40B4-BE49-F238E27FC236}">
                  <a16:creationId xmlns:a16="http://schemas.microsoft.com/office/drawing/2014/main" id="{501D0FA1-B22A-ACE4-BDFA-1F150C8FAF14}"/>
                </a:ext>
              </a:extLst>
            </p:cNvPr>
            <p:cNvPicPr>
              <a:picLocks noChangeAspect="1"/>
            </p:cNvPicPr>
            <p:nvPr/>
          </p:nvPicPr>
          <p:blipFill>
            <a:blip r:embed="rId14"/>
            <a:stretch>
              <a:fillRect/>
            </a:stretch>
          </p:blipFill>
          <p:spPr>
            <a:xfrm>
              <a:off x="11090548" y="4727550"/>
              <a:ext cx="845183" cy="338073"/>
            </a:xfrm>
            <a:prstGeom prst="rect">
              <a:avLst/>
            </a:prstGeom>
            <a:grpFill/>
          </p:spPr>
        </p:pic>
        <p:pic>
          <p:nvPicPr>
            <p:cNvPr id="34" name="Picture 33">
              <a:extLst>
                <a:ext uri="{FF2B5EF4-FFF2-40B4-BE49-F238E27FC236}">
                  <a16:creationId xmlns:a16="http://schemas.microsoft.com/office/drawing/2014/main" id="{2B00B71D-006D-47EC-4B50-7D97BE6E504E}"/>
                </a:ext>
              </a:extLst>
            </p:cNvPr>
            <p:cNvPicPr>
              <a:picLocks noChangeAspect="1"/>
            </p:cNvPicPr>
            <p:nvPr/>
          </p:nvPicPr>
          <p:blipFill>
            <a:blip r:embed="rId15"/>
            <a:stretch>
              <a:fillRect/>
            </a:stretch>
          </p:blipFill>
          <p:spPr>
            <a:xfrm>
              <a:off x="9852235" y="3100823"/>
              <a:ext cx="2083496" cy="188418"/>
            </a:xfrm>
            <a:prstGeom prst="rect">
              <a:avLst/>
            </a:prstGeom>
            <a:grpFill/>
          </p:spPr>
        </p:pic>
      </p:grpSp>
      <p:sp>
        <p:nvSpPr>
          <p:cNvPr id="36" name="Rectangle 35">
            <a:extLst>
              <a:ext uri="{FF2B5EF4-FFF2-40B4-BE49-F238E27FC236}">
                <a16:creationId xmlns:a16="http://schemas.microsoft.com/office/drawing/2014/main" id="{A62B5A43-380E-7C7C-EEAC-91B6D31B2743}"/>
              </a:ext>
            </a:extLst>
          </p:cNvPr>
          <p:cNvSpPr/>
          <p:nvPr/>
        </p:nvSpPr>
        <p:spPr>
          <a:xfrm>
            <a:off x="3024950" y="3629051"/>
            <a:ext cx="2818200" cy="2716951"/>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Step2:</a:t>
            </a:r>
            <a:r>
              <a:rPr lang="en-US" sz="1400" dirty="0">
                <a:solidFill>
                  <a:srgbClr val="FFC000"/>
                </a:solidFill>
              </a:rPr>
              <a:t> </a:t>
            </a:r>
          </a:p>
          <a:p>
            <a:pPr marL="285750" indent="-285750">
              <a:buFont typeface="Arial" panose="020B0604020202020204" pitchFamily="34" charset="0"/>
              <a:buChar char="•"/>
            </a:pPr>
            <a:r>
              <a:rPr lang="en-US" sz="1400" b="1" dirty="0">
                <a:solidFill>
                  <a:srgbClr val="FFC000"/>
                </a:solidFill>
              </a:rPr>
              <a:t>Multiple waveforms </a:t>
            </a:r>
            <a:r>
              <a:rPr lang="en-US" sz="1400" dirty="0"/>
              <a:t>on the same image also handled.</a:t>
            </a:r>
          </a:p>
          <a:p>
            <a:pPr marL="285750" indent="-285750">
              <a:lnSpc>
                <a:spcPct val="100000"/>
              </a:lnSpc>
              <a:buFont typeface="Arial" panose="020B0604020202020204" pitchFamily="34" charset="0"/>
              <a:buChar char="•"/>
            </a:pPr>
            <a:r>
              <a:rPr lang="en-US" sz="1400" dirty="0"/>
              <a:t>Each waveform is extracted as a </a:t>
            </a:r>
            <a:r>
              <a:rPr lang="en-US" sz="1400" b="1" dirty="0">
                <a:solidFill>
                  <a:srgbClr val="FFC000"/>
                </a:solidFill>
              </a:rPr>
              <a:t>separate image.</a:t>
            </a:r>
          </a:p>
          <a:p>
            <a:pPr marL="285750" indent="-285750">
              <a:buFont typeface="Arial" panose="020B0604020202020204" pitchFamily="34" charset="0"/>
              <a:buChar char="•"/>
            </a:pPr>
            <a:r>
              <a:rPr lang="en-US" sz="1400" dirty="0"/>
              <a:t>A Custom </a:t>
            </a:r>
            <a:r>
              <a:rPr lang="en-US" sz="1400" b="1" dirty="0">
                <a:solidFill>
                  <a:srgbClr val="FFC000"/>
                </a:solidFill>
              </a:rPr>
              <a:t>Horizontal Kernel of size 3x3 </a:t>
            </a:r>
            <a:r>
              <a:rPr lang="en-US" sz="1400" dirty="0"/>
              <a:t>is swept across the image and all the horizontal lines are filtered out.</a:t>
            </a:r>
          </a:p>
          <a:p>
            <a:pPr marL="285750" indent="-285750">
              <a:lnSpc>
                <a:spcPct val="100000"/>
              </a:lnSpc>
              <a:buFont typeface="Arial" panose="020B0604020202020204" pitchFamily="34" charset="0"/>
              <a:buChar char="•"/>
            </a:pPr>
            <a:endParaRPr lang="en-US" sz="1400" b="1" dirty="0">
              <a:solidFill>
                <a:srgbClr val="FFC000"/>
              </a:solidFill>
            </a:endParaRPr>
          </a:p>
        </p:txBody>
      </p:sp>
      <p:sp>
        <p:nvSpPr>
          <p:cNvPr id="39" name="Rectangle 38">
            <a:extLst>
              <a:ext uri="{FF2B5EF4-FFF2-40B4-BE49-F238E27FC236}">
                <a16:creationId xmlns:a16="http://schemas.microsoft.com/office/drawing/2014/main" id="{E5CC4813-90A7-EA6C-0F64-83790A097F9B}"/>
              </a:ext>
            </a:extLst>
          </p:cNvPr>
          <p:cNvSpPr/>
          <p:nvPr/>
        </p:nvSpPr>
        <p:spPr>
          <a:xfrm>
            <a:off x="6724848" y="3614139"/>
            <a:ext cx="2544678" cy="2683637"/>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Step3:</a:t>
            </a:r>
            <a:r>
              <a:rPr lang="en-US" sz="1400" dirty="0">
                <a:solidFill>
                  <a:srgbClr val="FFC000"/>
                </a:solidFill>
              </a:rPr>
              <a:t> </a:t>
            </a:r>
          </a:p>
          <a:p>
            <a:pPr marL="285750" indent="-285750">
              <a:lnSpc>
                <a:spcPct val="100000"/>
              </a:lnSpc>
              <a:buFont typeface="Arial" panose="020B0604020202020204" pitchFamily="34" charset="0"/>
              <a:buChar char="•"/>
            </a:pPr>
            <a:r>
              <a:rPr lang="en-US" sz="1400" dirty="0"/>
              <a:t>Each Horizontal line is stored as a separate </a:t>
            </a:r>
            <a:r>
              <a:rPr lang="en-US" sz="1400" b="1" dirty="0">
                <a:solidFill>
                  <a:srgbClr val="FFC000"/>
                </a:solidFill>
              </a:rPr>
              <a:t>patch</a:t>
            </a:r>
            <a:r>
              <a:rPr lang="en-US" sz="1400" dirty="0"/>
              <a:t> of the image.</a:t>
            </a:r>
          </a:p>
          <a:p>
            <a:pPr marL="285750" indent="-285750">
              <a:buFont typeface="Arial" panose="020B0604020202020204" pitchFamily="34" charset="0"/>
              <a:buChar char="•"/>
            </a:pPr>
            <a:r>
              <a:rPr lang="en-US" sz="1400" dirty="0"/>
              <a:t>Each Horizontal line is stored as a separate </a:t>
            </a:r>
            <a:r>
              <a:rPr lang="en-US" sz="1400" b="1" dirty="0">
                <a:solidFill>
                  <a:srgbClr val="FFC000"/>
                </a:solidFill>
              </a:rPr>
              <a:t>patch</a:t>
            </a:r>
            <a:r>
              <a:rPr lang="en-US" sz="1400" dirty="0"/>
              <a:t> of the image.</a:t>
            </a:r>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endParaRPr lang="en-US" sz="1400" dirty="0"/>
          </a:p>
          <a:p>
            <a:pPr>
              <a:lnSpc>
                <a:spcPct val="100000"/>
              </a:lnSpc>
            </a:pPr>
            <a:endParaRPr lang="en-US" sz="1400" dirty="0"/>
          </a:p>
        </p:txBody>
      </p:sp>
      <p:sp>
        <p:nvSpPr>
          <p:cNvPr id="4" name="Arrow: Right 3">
            <a:extLst>
              <a:ext uri="{FF2B5EF4-FFF2-40B4-BE49-F238E27FC236}">
                <a16:creationId xmlns:a16="http://schemas.microsoft.com/office/drawing/2014/main" id="{DEDB88B0-DCB4-8CBE-A5F0-3077D1ECF1AB}"/>
              </a:ext>
            </a:extLst>
          </p:cNvPr>
          <p:cNvSpPr/>
          <p:nvPr/>
        </p:nvSpPr>
        <p:spPr>
          <a:xfrm>
            <a:off x="2303655" y="2033885"/>
            <a:ext cx="337146" cy="375723"/>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Arrow: Right 10">
            <a:extLst>
              <a:ext uri="{FF2B5EF4-FFF2-40B4-BE49-F238E27FC236}">
                <a16:creationId xmlns:a16="http://schemas.microsoft.com/office/drawing/2014/main" id="{0FE07903-AD76-B2F4-CE6F-E25AC98A4A1B}"/>
              </a:ext>
            </a:extLst>
          </p:cNvPr>
          <p:cNvSpPr/>
          <p:nvPr/>
        </p:nvSpPr>
        <p:spPr>
          <a:xfrm>
            <a:off x="5839903" y="1973467"/>
            <a:ext cx="337146" cy="375723"/>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5" name="Rectangle 14">
            <a:extLst>
              <a:ext uri="{FF2B5EF4-FFF2-40B4-BE49-F238E27FC236}">
                <a16:creationId xmlns:a16="http://schemas.microsoft.com/office/drawing/2014/main" id="{93FB09F4-8D6D-77C8-105F-12274E45FE75}"/>
              </a:ext>
            </a:extLst>
          </p:cNvPr>
          <p:cNvSpPr/>
          <p:nvPr/>
        </p:nvSpPr>
        <p:spPr>
          <a:xfrm>
            <a:off x="10035434" y="3599228"/>
            <a:ext cx="1892402" cy="2698548"/>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400" b="1" dirty="0">
                <a:solidFill>
                  <a:srgbClr val="FFC000"/>
                </a:solidFill>
              </a:rPr>
              <a:t>Step4:</a:t>
            </a:r>
            <a:r>
              <a:rPr lang="en-US" sz="1400" dirty="0">
                <a:solidFill>
                  <a:srgbClr val="FFC000"/>
                </a:solidFill>
              </a:rPr>
              <a:t> </a:t>
            </a:r>
          </a:p>
          <a:p>
            <a:pPr marL="285750" indent="-285750">
              <a:lnSpc>
                <a:spcPct val="100000"/>
              </a:lnSpc>
              <a:buFont typeface="Arial" panose="020B0604020202020204" pitchFamily="34" charset="0"/>
              <a:buChar char="•"/>
            </a:pPr>
            <a:r>
              <a:rPr lang="en-US" sz="1400" b="1" dirty="0">
                <a:solidFill>
                  <a:srgbClr val="FFC000"/>
                </a:solidFill>
              </a:rPr>
              <a:t>A CNN model</a:t>
            </a:r>
            <a:r>
              <a:rPr lang="en-US" sz="1400" dirty="0"/>
              <a:t> (3 layered CNN) with binary cross entropy loss is function is trained to predict weather each patch is an </a:t>
            </a:r>
            <a:r>
              <a:rPr lang="en-US" sz="1400" b="1" dirty="0">
                <a:solidFill>
                  <a:srgbClr val="FFC000"/>
                </a:solidFill>
              </a:rPr>
              <a:t>arrow V/S non-arrow.</a:t>
            </a:r>
          </a:p>
          <a:p>
            <a:pPr marL="285750" indent="-285750">
              <a:lnSpc>
                <a:spcPct val="100000"/>
              </a:lnSpc>
              <a:buFont typeface="Arial" panose="020B0604020202020204" pitchFamily="34" charset="0"/>
              <a:buChar char="•"/>
            </a:pPr>
            <a:endParaRPr lang="en-US" sz="1400" b="1" dirty="0">
              <a:solidFill>
                <a:srgbClr val="FFC000"/>
              </a:solidFill>
            </a:endParaRPr>
          </a:p>
        </p:txBody>
      </p:sp>
      <p:pic>
        <p:nvPicPr>
          <p:cNvPr id="27" name="Picture 26">
            <a:extLst>
              <a:ext uri="{FF2B5EF4-FFF2-40B4-BE49-F238E27FC236}">
                <a16:creationId xmlns:a16="http://schemas.microsoft.com/office/drawing/2014/main" id="{A3838274-AF63-9869-1CF9-EE8CFD4771CD}"/>
              </a:ext>
            </a:extLst>
          </p:cNvPr>
          <p:cNvPicPr>
            <a:picLocks noChangeAspect="1"/>
          </p:cNvPicPr>
          <p:nvPr/>
        </p:nvPicPr>
        <p:blipFill>
          <a:blip r:embed="rId16"/>
          <a:stretch>
            <a:fillRect/>
          </a:stretch>
        </p:blipFill>
        <p:spPr>
          <a:xfrm>
            <a:off x="7475596" y="5415429"/>
            <a:ext cx="920797" cy="749339"/>
          </a:xfrm>
          <a:prstGeom prst="rect">
            <a:avLst/>
          </a:prstGeom>
        </p:spPr>
      </p:pic>
      <p:sp>
        <p:nvSpPr>
          <p:cNvPr id="28" name="Arrow: Right 27">
            <a:extLst>
              <a:ext uri="{FF2B5EF4-FFF2-40B4-BE49-F238E27FC236}">
                <a16:creationId xmlns:a16="http://schemas.microsoft.com/office/drawing/2014/main" id="{237ED2EC-C0C7-7AE9-17F9-4D9451299AA2}"/>
              </a:ext>
            </a:extLst>
          </p:cNvPr>
          <p:cNvSpPr/>
          <p:nvPr/>
        </p:nvSpPr>
        <p:spPr>
          <a:xfrm>
            <a:off x="9770351" y="1541742"/>
            <a:ext cx="363102" cy="259609"/>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5" name="Arrow: Right 34">
            <a:extLst>
              <a:ext uri="{FF2B5EF4-FFF2-40B4-BE49-F238E27FC236}">
                <a16:creationId xmlns:a16="http://schemas.microsoft.com/office/drawing/2014/main" id="{447CDA18-75EB-B704-E2A1-515AB48EA566}"/>
              </a:ext>
            </a:extLst>
          </p:cNvPr>
          <p:cNvSpPr/>
          <p:nvPr/>
        </p:nvSpPr>
        <p:spPr>
          <a:xfrm>
            <a:off x="9749265" y="2741431"/>
            <a:ext cx="363102" cy="259609"/>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295958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9E71213-B247-8E00-CCA4-36679B6FE3D4}"/>
              </a:ext>
            </a:extLst>
          </p:cNvPr>
          <p:cNvSpPr/>
          <p:nvPr/>
        </p:nvSpPr>
        <p:spPr>
          <a:xfrm>
            <a:off x="7581166" y="224888"/>
            <a:ext cx="4408184" cy="4953381"/>
          </a:xfrm>
          <a:prstGeom prst="rect">
            <a:avLst/>
          </a:prstGeom>
          <a:noFill/>
          <a:ln w="28575"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24" name="Picture 23">
            <a:extLst>
              <a:ext uri="{FF2B5EF4-FFF2-40B4-BE49-F238E27FC236}">
                <a16:creationId xmlns:a16="http://schemas.microsoft.com/office/drawing/2014/main" id="{1B624416-F041-178D-DCC6-A4EA82C8443B}"/>
              </a:ext>
            </a:extLst>
          </p:cNvPr>
          <p:cNvPicPr>
            <a:picLocks noChangeAspect="1"/>
          </p:cNvPicPr>
          <p:nvPr/>
        </p:nvPicPr>
        <p:blipFill>
          <a:blip r:embed="rId2"/>
          <a:stretch>
            <a:fillRect/>
          </a:stretch>
        </p:blipFill>
        <p:spPr>
          <a:xfrm>
            <a:off x="7668987" y="281746"/>
            <a:ext cx="4201294" cy="2395475"/>
          </a:xfrm>
          <a:prstGeom prst="rect">
            <a:avLst/>
          </a:prstGeom>
        </p:spPr>
      </p:pic>
      <p:pic>
        <p:nvPicPr>
          <p:cNvPr id="25" name="Picture 24">
            <a:extLst>
              <a:ext uri="{FF2B5EF4-FFF2-40B4-BE49-F238E27FC236}">
                <a16:creationId xmlns:a16="http://schemas.microsoft.com/office/drawing/2014/main" id="{C268C9BB-09CC-1943-A91C-AAB359BA0F50}"/>
              </a:ext>
            </a:extLst>
          </p:cNvPr>
          <p:cNvPicPr>
            <a:picLocks noChangeAspect="1"/>
          </p:cNvPicPr>
          <p:nvPr/>
        </p:nvPicPr>
        <p:blipFill>
          <a:blip r:embed="rId3"/>
          <a:stretch>
            <a:fillRect/>
          </a:stretch>
        </p:blipFill>
        <p:spPr>
          <a:xfrm>
            <a:off x="7918800" y="2876219"/>
            <a:ext cx="3701668" cy="2084844"/>
          </a:xfrm>
          <a:prstGeom prst="rect">
            <a:avLst/>
          </a:prstGeom>
          <a:solidFill>
            <a:srgbClr val="FFFFFF"/>
          </a:solidFill>
          <a:ln w="19050">
            <a:solidFill>
              <a:schemeClr val="bg1"/>
            </a:solidFill>
          </a:ln>
        </p:spPr>
      </p:pic>
      <p:sp>
        <p:nvSpPr>
          <p:cNvPr id="26" name="Rectangle 25">
            <a:extLst>
              <a:ext uri="{FF2B5EF4-FFF2-40B4-BE49-F238E27FC236}">
                <a16:creationId xmlns:a16="http://schemas.microsoft.com/office/drawing/2014/main" id="{76E0005E-40AB-DF46-EE34-93D59886CDD2}"/>
              </a:ext>
            </a:extLst>
          </p:cNvPr>
          <p:cNvSpPr/>
          <p:nvPr/>
        </p:nvSpPr>
        <p:spPr>
          <a:xfrm>
            <a:off x="224958" y="3263443"/>
            <a:ext cx="3202779" cy="3395241"/>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b="1" dirty="0">
                <a:solidFill>
                  <a:srgbClr val="FFC000"/>
                </a:solidFill>
              </a:rPr>
              <a:t>Step5:</a:t>
            </a:r>
          </a:p>
          <a:p>
            <a:pPr marL="285750" indent="-285750">
              <a:lnSpc>
                <a:spcPct val="100000"/>
              </a:lnSpc>
              <a:buFont typeface="Arial" panose="020B0604020202020204" pitchFamily="34" charset="0"/>
              <a:buChar char="•"/>
            </a:pPr>
            <a:r>
              <a:rPr lang="en-US" dirty="0"/>
              <a:t>Text is extracted from PDF using </a:t>
            </a:r>
            <a:r>
              <a:rPr lang="en-US" b="1" dirty="0">
                <a:solidFill>
                  <a:srgbClr val="FFC000"/>
                </a:solidFill>
              </a:rPr>
              <a:t>PDFPlumber</a:t>
            </a:r>
            <a:r>
              <a:rPr lang="en-US" dirty="0"/>
              <a:t> (uses </a:t>
            </a:r>
            <a:r>
              <a:rPr lang="en-US" b="1" dirty="0">
                <a:solidFill>
                  <a:srgbClr val="FFC000"/>
                </a:solidFill>
              </a:rPr>
              <a:t>source code</a:t>
            </a:r>
            <a:r>
              <a:rPr lang="en-US" dirty="0"/>
              <a:t> of PDF)</a:t>
            </a:r>
          </a:p>
          <a:p>
            <a:pPr marL="285750" indent="-285750">
              <a:lnSpc>
                <a:spcPct val="100000"/>
              </a:lnSpc>
              <a:buFont typeface="Arial" panose="020B0604020202020204" pitchFamily="34" charset="0"/>
              <a:buChar char="•"/>
            </a:pPr>
            <a:r>
              <a:rPr lang="en-US" dirty="0"/>
              <a:t>Text information about pins present in </a:t>
            </a:r>
            <a:r>
              <a:rPr lang="en-US" b="1" dirty="0">
                <a:solidFill>
                  <a:srgbClr val="FFC000"/>
                </a:solidFill>
              </a:rPr>
              <a:t>left vertical section </a:t>
            </a:r>
            <a:r>
              <a:rPr lang="en-US" dirty="0"/>
              <a:t>of the image are extracted (Blue Boxes).</a:t>
            </a:r>
          </a:p>
          <a:p>
            <a:pPr marL="285750" indent="-285750">
              <a:lnSpc>
                <a:spcPct val="100000"/>
              </a:lnSpc>
              <a:buFont typeface="Arial" panose="020B0604020202020204" pitchFamily="34" charset="0"/>
              <a:buChar char="•"/>
            </a:pPr>
            <a:r>
              <a:rPr lang="en-US" dirty="0"/>
              <a:t>Common-to-command information is extracted.</a:t>
            </a:r>
          </a:p>
        </p:txBody>
      </p:sp>
      <p:pic>
        <p:nvPicPr>
          <p:cNvPr id="28" name="Picture 27">
            <a:extLst>
              <a:ext uri="{FF2B5EF4-FFF2-40B4-BE49-F238E27FC236}">
                <a16:creationId xmlns:a16="http://schemas.microsoft.com/office/drawing/2014/main" id="{A85A22A5-636A-FCF4-1FEF-AB40611F13E4}"/>
              </a:ext>
            </a:extLst>
          </p:cNvPr>
          <p:cNvPicPr>
            <a:picLocks noChangeAspect="1"/>
          </p:cNvPicPr>
          <p:nvPr/>
        </p:nvPicPr>
        <p:blipFill>
          <a:blip r:embed="rId4"/>
          <a:stretch>
            <a:fillRect/>
          </a:stretch>
        </p:blipFill>
        <p:spPr>
          <a:xfrm>
            <a:off x="136493" y="265579"/>
            <a:ext cx="3420400" cy="2901514"/>
          </a:xfrm>
          <a:prstGeom prst="rect">
            <a:avLst/>
          </a:prstGeom>
          <a:ln w="19050">
            <a:solidFill>
              <a:schemeClr val="tx1">
                <a:lumMod val="95000"/>
                <a:lumOff val="5000"/>
              </a:schemeClr>
            </a:solidFill>
          </a:ln>
        </p:spPr>
      </p:pic>
      <p:sp>
        <p:nvSpPr>
          <p:cNvPr id="29" name="Rectangle 28">
            <a:extLst>
              <a:ext uri="{FF2B5EF4-FFF2-40B4-BE49-F238E27FC236}">
                <a16:creationId xmlns:a16="http://schemas.microsoft.com/office/drawing/2014/main" id="{8F39589F-3CB9-68BC-9DFE-01AF1EF922A6}"/>
              </a:ext>
            </a:extLst>
          </p:cNvPr>
          <p:cNvSpPr/>
          <p:nvPr/>
        </p:nvSpPr>
        <p:spPr>
          <a:xfrm>
            <a:off x="1703941" y="485566"/>
            <a:ext cx="211008" cy="7002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B20B6A6A-6BE1-1CD2-A182-03A36A2E44A5}"/>
              </a:ext>
            </a:extLst>
          </p:cNvPr>
          <p:cNvSpPr/>
          <p:nvPr/>
        </p:nvSpPr>
        <p:spPr>
          <a:xfrm>
            <a:off x="2840957" y="482565"/>
            <a:ext cx="191826" cy="7002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47CDE434-E587-D515-B8A4-85E13CB58C94}"/>
              </a:ext>
            </a:extLst>
          </p:cNvPr>
          <p:cNvSpPr/>
          <p:nvPr/>
        </p:nvSpPr>
        <p:spPr>
          <a:xfrm>
            <a:off x="3038695" y="487063"/>
            <a:ext cx="211008" cy="62524"/>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2" name="Rectangle 31">
            <a:extLst>
              <a:ext uri="{FF2B5EF4-FFF2-40B4-BE49-F238E27FC236}">
                <a16:creationId xmlns:a16="http://schemas.microsoft.com/office/drawing/2014/main" id="{80441D60-D2BF-9B39-CC3B-D1B988180A7D}"/>
              </a:ext>
            </a:extLst>
          </p:cNvPr>
          <p:cNvSpPr/>
          <p:nvPr/>
        </p:nvSpPr>
        <p:spPr>
          <a:xfrm>
            <a:off x="3176879" y="1064366"/>
            <a:ext cx="148099" cy="70023"/>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3" name="Rectangle 32">
            <a:extLst>
              <a:ext uri="{FF2B5EF4-FFF2-40B4-BE49-F238E27FC236}">
                <a16:creationId xmlns:a16="http://schemas.microsoft.com/office/drawing/2014/main" id="{9F465D29-BB0E-07B1-D6E9-F5096EC2BB25}"/>
              </a:ext>
            </a:extLst>
          </p:cNvPr>
          <p:cNvSpPr/>
          <p:nvPr/>
        </p:nvSpPr>
        <p:spPr>
          <a:xfrm>
            <a:off x="2486194" y="1061366"/>
            <a:ext cx="148099" cy="7002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4" name="Rectangle 33">
            <a:extLst>
              <a:ext uri="{FF2B5EF4-FFF2-40B4-BE49-F238E27FC236}">
                <a16:creationId xmlns:a16="http://schemas.microsoft.com/office/drawing/2014/main" id="{6D7734AE-3D20-42CA-EE28-285E8C2732F8}"/>
              </a:ext>
            </a:extLst>
          </p:cNvPr>
          <p:cNvSpPr/>
          <p:nvPr/>
        </p:nvSpPr>
        <p:spPr>
          <a:xfrm>
            <a:off x="1729260" y="1296789"/>
            <a:ext cx="185689"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5" name="Rectangle 34">
            <a:extLst>
              <a:ext uri="{FF2B5EF4-FFF2-40B4-BE49-F238E27FC236}">
                <a16:creationId xmlns:a16="http://schemas.microsoft.com/office/drawing/2014/main" id="{C11BED4E-E5B2-0BFA-2A55-DF39D174F3E6}"/>
              </a:ext>
            </a:extLst>
          </p:cNvPr>
          <p:cNvSpPr/>
          <p:nvPr/>
        </p:nvSpPr>
        <p:spPr>
          <a:xfrm>
            <a:off x="1410293" y="1296789"/>
            <a:ext cx="185689"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6" name="Rectangle 35">
            <a:extLst>
              <a:ext uri="{FF2B5EF4-FFF2-40B4-BE49-F238E27FC236}">
                <a16:creationId xmlns:a16="http://schemas.microsoft.com/office/drawing/2014/main" id="{78035A6C-6F81-E7EC-47A8-B5F16772952A}"/>
              </a:ext>
            </a:extLst>
          </p:cNvPr>
          <p:cNvSpPr/>
          <p:nvPr/>
        </p:nvSpPr>
        <p:spPr>
          <a:xfrm>
            <a:off x="958834" y="1296789"/>
            <a:ext cx="347627"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7" name="Rectangle 36">
            <a:extLst>
              <a:ext uri="{FF2B5EF4-FFF2-40B4-BE49-F238E27FC236}">
                <a16:creationId xmlns:a16="http://schemas.microsoft.com/office/drawing/2014/main" id="{EB8A3EDE-1EAD-62A8-0752-FEAC0ADDAA4C}"/>
              </a:ext>
            </a:extLst>
          </p:cNvPr>
          <p:cNvSpPr/>
          <p:nvPr/>
        </p:nvSpPr>
        <p:spPr>
          <a:xfrm>
            <a:off x="1779558" y="2188985"/>
            <a:ext cx="185689"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8" name="Rectangle 37">
            <a:extLst>
              <a:ext uri="{FF2B5EF4-FFF2-40B4-BE49-F238E27FC236}">
                <a16:creationId xmlns:a16="http://schemas.microsoft.com/office/drawing/2014/main" id="{62DD42D8-CD21-4C23-8A52-E8D7415E4A8C}"/>
              </a:ext>
            </a:extLst>
          </p:cNvPr>
          <p:cNvSpPr/>
          <p:nvPr/>
        </p:nvSpPr>
        <p:spPr>
          <a:xfrm>
            <a:off x="1039802" y="2386741"/>
            <a:ext cx="296101"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9" name="Rectangle 38">
            <a:extLst>
              <a:ext uri="{FF2B5EF4-FFF2-40B4-BE49-F238E27FC236}">
                <a16:creationId xmlns:a16="http://schemas.microsoft.com/office/drawing/2014/main" id="{8925A95D-A967-FE5B-0572-5F42598AE6D1}"/>
              </a:ext>
            </a:extLst>
          </p:cNvPr>
          <p:cNvSpPr/>
          <p:nvPr/>
        </p:nvSpPr>
        <p:spPr>
          <a:xfrm>
            <a:off x="1039802" y="2782794"/>
            <a:ext cx="296101"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0" name="Rectangle 39">
            <a:extLst>
              <a:ext uri="{FF2B5EF4-FFF2-40B4-BE49-F238E27FC236}">
                <a16:creationId xmlns:a16="http://schemas.microsoft.com/office/drawing/2014/main" id="{575B4614-4645-C8D8-F4A9-DF56687F91AE}"/>
              </a:ext>
            </a:extLst>
          </p:cNvPr>
          <p:cNvSpPr/>
          <p:nvPr/>
        </p:nvSpPr>
        <p:spPr>
          <a:xfrm>
            <a:off x="1054524" y="2587944"/>
            <a:ext cx="251936" cy="75243"/>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1" name="Rectangle 40">
            <a:extLst>
              <a:ext uri="{FF2B5EF4-FFF2-40B4-BE49-F238E27FC236}">
                <a16:creationId xmlns:a16="http://schemas.microsoft.com/office/drawing/2014/main" id="{4499ACB4-6380-5FE2-BA9C-919DE9724E66}"/>
              </a:ext>
            </a:extLst>
          </p:cNvPr>
          <p:cNvSpPr/>
          <p:nvPr/>
        </p:nvSpPr>
        <p:spPr>
          <a:xfrm>
            <a:off x="603064" y="945383"/>
            <a:ext cx="177102"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2" name="Rectangle 41">
            <a:extLst>
              <a:ext uri="{FF2B5EF4-FFF2-40B4-BE49-F238E27FC236}">
                <a16:creationId xmlns:a16="http://schemas.microsoft.com/office/drawing/2014/main" id="{44F3DAF0-E9F3-AC19-5374-885C8C26CE1B}"/>
              </a:ext>
            </a:extLst>
          </p:cNvPr>
          <p:cNvSpPr/>
          <p:nvPr/>
        </p:nvSpPr>
        <p:spPr>
          <a:xfrm>
            <a:off x="877422" y="945383"/>
            <a:ext cx="177102" cy="80266"/>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3" name="Rectangle 42">
            <a:extLst>
              <a:ext uri="{FF2B5EF4-FFF2-40B4-BE49-F238E27FC236}">
                <a16:creationId xmlns:a16="http://schemas.microsoft.com/office/drawing/2014/main" id="{33226AA3-50F5-1E15-B06F-3272FB2835B1}"/>
              </a:ext>
            </a:extLst>
          </p:cNvPr>
          <p:cNvSpPr/>
          <p:nvPr/>
        </p:nvSpPr>
        <p:spPr>
          <a:xfrm>
            <a:off x="2972165" y="945383"/>
            <a:ext cx="133059" cy="80266"/>
          </a:xfrm>
          <a:prstGeom prst="rect">
            <a:avLst/>
          </a:prstGeom>
          <a:noFill/>
          <a:ln w="190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4" name="Rectangle 43">
            <a:extLst>
              <a:ext uri="{FF2B5EF4-FFF2-40B4-BE49-F238E27FC236}">
                <a16:creationId xmlns:a16="http://schemas.microsoft.com/office/drawing/2014/main" id="{7B4F34FA-7E99-7327-378A-A03F6D8DDC01}"/>
              </a:ext>
            </a:extLst>
          </p:cNvPr>
          <p:cNvSpPr/>
          <p:nvPr/>
        </p:nvSpPr>
        <p:spPr>
          <a:xfrm>
            <a:off x="338240" y="347840"/>
            <a:ext cx="133059"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5" name="Rectangle 44">
            <a:extLst>
              <a:ext uri="{FF2B5EF4-FFF2-40B4-BE49-F238E27FC236}">
                <a16:creationId xmlns:a16="http://schemas.microsoft.com/office/drawing/2014/main" id="{A5E1C905-B5E6-79FB-CD1D-669DFC243FAB}"/>
              </a:ext>
            </a:extLst>
          </p:cNvPr>
          <p:cNvSpPr/>
          <p:nvPr/>
        </p:nvSpPr>
        <p:spPr>
          <a:xfrm>
            <a:off x="339467" y="416817"/>
            <a:ext cx="133059"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6" name="Rectangle 45">
            <a:extLst>
              <a:ext uri="{FF2B5EF4-FFF2-40B4-BE49-F238E27FC236}">
                <a16:creationId xmlns:a16="http://schemas.microsoft.com/office/drawing/2014/main" id="{D6F5EEF7-E2A5-4B45-1EEB-AA27F5386D4D}"/>
              </a:ext>
            </a:extLst>
          </p:cNvPr>
          <p:cNvSpPr/>
          <p:nvPr/>
        </p:nvSpPr>
        <p:spPr>
          <a:xfrm>
            <a:off x="352152" y="616251"/>
            <a:ext cx="110139"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7" name="Rectangle 46">
            <a:extLst>
              <a:ext uri="{FF2B5EF4-FFF2-40B4-BE49-F238E27FC236}">
                <a16:creationId xmlns:a16="http://schemas.microsoft.com/office/drawing/2014/main" id="{22B2EFCC-7F72-7B30-5329-2D6E276CC9DE}"/>
              </a:ext>
            </a:extLst>
          </p:cNvPr>
          <p:cNvSpPr/>
          <p:nvPr/>
        </p:nvSpPr>
        <p:spPr>
          <a:xfrm>
            <a:off x="352372" y="784195"/>
            <a:ext cx="104794" cy="8026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8" name="Rectangle 47">
            <a:extLst>
              <a:ext uri="{FF2B5EF4-FFF2-40B4-BE49-F238E27FC236}">
                <a16:creationId xmlns:a16="http://schemas.microsoft.com/office/drawing/2014/main" id="{27FAE7EA-CE17-65D7-3374-FE8BC5CC1436}"/>
              </a:ext>
            </a:extLst>
          </p:cNvPr>
          <p:cNvSpPr/>
          <p:nvPr/>
        </p:nvSpPr>
        <p:spPr>
          <a:xfrm>
            <a:off x="291952" y="948821"/>
            <a:ext cx="154479"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49" name="Rectangle 48">
            <a:extLst>
              <a:ext uri="{FF2B5EF4-FFF2-40B4-BE49-F238E27FC236}">
                <a16:creationId xmlns:a16="http://schemas.microsoft.com/office/drawing/2014/main" id="{FF5EDAAB-1F59-95E2-8123-4F4EEF23984A}"/>
              </a:ext>
            </a:extLst>
          </p:cNvPr>
          <p:cNvSpPr/>
          <p:nvPr/>
        </p:nvSpPr>
        <p:spPr>
          <a:xfrm>
            <a:off x="333199" y="1179741"/>
            <a:ext cx="111241"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0" name="Rectangle 49">
            <a:extLst>
              <a:ext uri="{FF2B5EF4-FFF2-40B4-BE49-F238E27FC236}">
                <a16:creationId xmlns:a16="http://schemas.microsoft.com/office/drawing/2014/main" id="{705D5D7C-9204-CFF0-F1C7-53907582D73F}"/>
              </a:ext>
            </a:extLst>
          </p:cNvPr>
          <p:cNvSpPr/>
          <p:nvPr/>
        </p:nvSpPr>
        <p:spPr>
          <a:xfrm>
            <a:off x="320493" y="1383672"/>
            <a:ext cx="131742"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1" name="Rectangle 50">
            <a:extLst>
              <a:ext uri="{FF2B5EF4-FFF2-40B4-BE49-F238E27FC236}">
                <a16:creationId xmlns:a16="http://schemas.microsoft.com/office/drawing/2014/main" id="{7AEBF60E-E923-4D71-D9CC-A5FC4E3BF378}"/>
              </a:ext>
            </a:extLst>
          </p:cNvPr>
          <p:cNvSpPr/>
          <p:nvPr/>
        </p:nvSpPr>
        <p:spPr>
          <a:xfrm>
            <a:off x="321719" y="1457147"/>
            <a:ext cx="131742"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2" name="Rectangle 51">
            <a:extLst>
              <a:ext uri="{FF2B5EF4-FFF2-40B4-BE49-F238E27FC236}">
                <a16:creationId xmlns:a16="http://schemas.microsoft.com/office/drawing/2014/main" id="{4CFDFDBB-9305-0FDB-A6E3-9DF2CBF1CF48}"/>
              </a:ext>
            </a:extLst>
          </p:cNvPr>
          <p:cNvSpPr/>
          <p:nvPr/>
        </p:nvSpPr>
        <p:spPr>
          <a:xfrm>
            <a:off x="319265" y="1611597"/>
            <a:ext cx="131742" cy="7790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3" name="Rectangle 52">
            <a:extLst>
              <a:ext uri="{FF2B5EF4-FFF2-40B4-BE49-F238E27FC236}">
                <a16:creationId xmlns:a16="http://schemas.microsoft.com/office/drawing/2014/main" id="{ADE3203A-9F9E-3309-F280-1AAD98C584B8}"/>
              </a:ext>
            </a:extLst>
          </p:cNvPr>
          <p:cNvSpPr/>
          <p:nvPr/>
        </p:nvSpPr>
        <p:spPr>
          <a:xfrm>
            <a:off x="305112" y="1753319"/>
            <a:ext cx="133060" cy="76371"/>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4" name="Rectangle 53">
            <a:extLst>
              <a:ext uri="{FF2B5EF4-FFF2-40B4-BE49-F238E27FC236}">
                <a16:creationId xmlns:a16="http://schemas.microsoft.com/office/drawing/2014/main" id="{F13DE4DE-EA96-358C-7323-A80FABCB9E3D}"/>
              </a:ext>
            </a:extLst>
          </p:cNvPr>
          <p:cNvSpPr/>
          <p:nvPr/>
        </p:nvSpPr>
        <p:spPr>
          <a:xfrm>
            <a:off x="303315" y="1816072"/>
            <a:ext cx="131742" cy="70824"/>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5" name="Rectangle 54">
            <a:extLst>
              <a:ext uri="{FF2B5EF4-FFF2-40B4-BE49-F238E27FC236}">
                <a16:creationId xmlns:a16="http://schemas.microsoft.com/office/drawing/2014/main" id="{ED64C486-7725-C026-554E-ACF76AD9F1CF}"/>
              </a:ext>
            </a:extLst>
          </p:cNvPr>
          <p:cNvSpPr/>
          <p:nvPr/>
        </p:nvSpPr>
        <p:spPr>
          <a:xfrm>
            <a:off x="295297" y="1917888"/>
            <a:ext cx="133060" cy="7412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6" name="Rectangle 55">
            <a:extLst>
              <a:ext uri="{FF2B5EF4-FFF2-40B4-BE49-F238E27FC236}">
                <a16:creationId xmlns:a16="http://schemas.microsoft.com/office/drawing/2014/main" id="{446AD251-1E2B-269B-DA6D-E2E6A28A7D54}"/>
              </a:ext>
            </a:extLst>
          </p:cNvPr>
          <p:cNvSpPr/>
          <p:nvPr/>
        </p:nvSpPr>
        <p:spPr>
          <a:xfrm>
            <a:off x="233672" y="2840930"/>
            <a:ext cx="194685" cy="7412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7" name="Rectangle 56">
            <a:extLst>
              <a:ext uri="{FF2B5EF4-FFF2-40B4-BE49-F238E27FC236}">
                <a16:creationId xmlns:a16="http://schemas.microsoft.com/office/drawing/2014/main" id="{DDCBA88C-C024-1B98-2302-CBFCEC4B8EFD}"/>
              </a:ext>
            </a:extLst>
          </p:cNvPr>
          <p:cNvSpPr/>
          <p:nvPr/>
        </p:nvSpPr>
        <p:spPr>
          <a:xfrm>
            <a:off x="218952" y="2918138"/>
            <a:ext cx="243339" cy="9737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8" name="Rectangle 57">
            <a:extLst>
              <a:ext uri="{FF2B5EF4-FFF2-40B4-BE49-F238E27FC236}">
                <a16:creationId xmlns:a16="http://schemas.microsoft.com/office/drawing/2014/main" id="{8562760C-9631-A97E-F856-6599B2F87BAC}"/>
              </a:ext>
            </a:extLst>
          </p:cNvPr>
          <p:cNvSpPr/>
          <p:nvPr/>
        </p:nvSpPr>
        <p:spPr>
          <a:xfrm>
            <a:off x="212465" y="2690278"/>
            <a:ext cx="243339" cy="97375"/>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59" name="Rectangle 58">
            <a:extLst>
              <a:ext uri="{FF2B5EF4-FFF2-40B4-BE49-F238E27FC236}">
                <a16:creationId xmlns:a16="http://schemas.microsoft.com/office/drawing/2014/main" id="{E247FB30-26F0-2184-0FBB-F1CDF20E0759}"/>
              </a:ext>
            </a:extLst>
          </p:cNvPr>
          <p:cNvSpPr/>
          <p:nvPr/>
        </p:nvSpPr>
        <p:spPr>
          <a:xfrm>
            <a:off x="202650" y="2533305"/>
            <a:ext cx="243339" cy="72436"/>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0" name="Rectangle 59">
            <a:extLst>
              <a:ext uri="{FF2B5EF4-FFF2-40B4-BE49-F238E27FC236}">
                <a16:creationId xmlns:a16="http://schemas.microsoft.com/office/drawing/2014/main" id="{E392D101-70B5-8DB5-E4C1-EE14FB928F6D}"/>
              </a:ext>
            </a:extLst>
          </p:cNvPr>
          <p:cNvSpPr/>
          <p:nvPr/>
        </p:nvSpPr>
        <p:spPr>
          <a:xfrm>
            <a:off x="248855" y="2468039"/>
            <a:ext cx="182824" cy="71009"/>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1" name="Rectangle 60">
            <a:extLst>
              <a:ext uri="{FF2B5EF4-FFF2-40B4-BE49-F238E27FC236}">
                <a16:creationId xmlns:a16="http://schemas.microsoft.com/office/drawing/2014/main" id="{06431B29-9AB5-AC52-2A44-18A5FBADBDBD}"/>
              </a:ext>
            </a:extLst>
          </p:cNvPr>
          <p:cNvSpPr/>
          <p:nvPr/>
        </p:nvSpPr>
        <p:spPr>
          <a:xfrm>
            <a:off x="246286" y="2259496"/>
            <a:ext cx="175691" cy="68237"/>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2" name="Rectangle 61">
            <a:extLst>
              <a:ext uri="{FF2B5EF4-FFF2-40B4-BE49-F238E27FC236}">
                <a16:creationId xmlns:a16="http://schemas.microsoft.com/office/drawing/2014/main" id="{7821002A-7BA9-93C5-E723-8138AADC406E}"/>
              </a:ext>
            </a:extLst>
          </p:cNvPr>
          <p:cNvSpPr/>
          <p:nvPr/>
        </p:nvSpPr>
        <p:spPr>
          <a:xfrm>
            <a:off x="217129" y="2325952"/>
            <a:ext cx="214376" cy="90142"/>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3" name="Rectangle 62">
            <a:extLst>
              <a:ext uri="{FF2B5EF4-FFF2-40B4-BE49-F238E27FC236}">
                <a16:creationId xmlns:a16="http://schemas.microsoft.com/office/drawing/2014/main" id="{F076FE22-421E-492E-CA9E-760EFB51CF15}"/>
              </a:ext>
            </a:extLst>
          </p:cNvPr>
          <p:cNvSpPr/>
          <p:nvPr/>
        </p:nvSpPr>
        <p:spPr>
          <a:xfrm>
            <a:off x="290523" y="1977592"/>
            <a:ext cx="155916" cy="68237"/>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4" name="Rectangle 63">
            <a:extLst>
              <a:ext uri="{FF2B5EF4-FFF2-40B4-BE49-F238E27FC236}">
                <a16:creationId xmlns:a16="http://schemas.microsoft.com/office/drawing/2014/main" id="{9055411B-DDB4-4E55-4CF2-A20910D1F1AC}"/>
              </a:ext>
            </a:extLst>
          </p:cNvPr>
          <p:cNvSpPr/>
          <p:nvPr/>
        </p:nvSpPr>
        <p:spPr>
          <a:xfrm>
            <a:off x="239927" y="2091555"/>
            <a:ext cx="163870" cy="68237"/>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5" name="Rectangle 64">
            <a:extLst>
              <a:ext uri="{FF2B5EF4-FFF2-40B4-BE49-F238E27FC236}">
                <a16:creationId xmlns:a16="http://schemas.microsoft.com/office/drawing/2014/main" id="{8926D58D-73D4-7C3A-C8B3-766A9ED57BF2}"/>
              </a:ext>
            </a:extLst>
          </p:cNvPr>
          <p:cNvSpPr/>
          <p:nvPr/>
        </p:nvSpPr>
        <p:spPr>
          <a:xfrm>
            <a:off x="226950" y="2151645"/>
            <a:ext cx="224058" cy="56868"/>
          </a:xfrm>
          <a:prstGeom prst="rect">
            <a:avLst/>
          </a:prstGeom>
          <a:noFill/>
          <a:ln w="19050" cap="sq">
            <a:solidFill>
              <a:schemeClr val="tx1">
                <a:lumMod val="95000"/>
                <a:lumOff val="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66" name="Rectangle 65">
            <a:extLst>
              <a:ext uri="{FF2B5EF4-FFF2-40B4-BE49-F238E27FC236}">
                <a16:creationId xmlns:a16="http://schemas.microsoft.com/office/drawing/2014/main" id="{6251C37D-ECFF-6617-0A02-7AA9CF2ACE9F}"/>
              </a:ext>
            </a:extLst>
          </p:cNvPr>
          <p:cNvSpPr/>
          <p:nvPr/>
        </p:nvSpPr>
        <p:spPr>
          <a:xfrm>
            <a:off x="833870" y="343490"/>
            <a:ext cx="2351323" cy="2749935"/>
          </a:xfrm>
          <a:prstGeom prst="rect">
            <a:avLst/>
          </a:prstGeom>
          <a:noFill/>
          <a:ln w="38100" cap="sq">
            <a:solidFill>
              <a:schemeClr val="accent6">
                <a:lumMod val="50000"/>
              </a:schemeClr>
            </a:solidFill>
            <a:prstDash val="sysDash"/>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4" name="Picture 3">
            <a:extLst>
              <a:ext uri="{FF2B5EF4-FFF2-40B4-BE49-F238E27FC236}">
                <a16:creationId xmlns:a16="http://schemas.microsoft.com/office/drawing/2014/main" id="{72FCBBC0-CEA6-CE9F-84CC-0307A14E6C4E}"/>
              </a:ext>
            </a:extLst>
          </p:cNvPr>
          <p:cNvPicPr>
            <a:picLocks noChangeAspect="1"/>
          </p:cNvPicPr>
          <p:nvPr/>
        </p:nvPicPr>
        <p:blipFill>
          <a:blip r:embed="rId5"/>
          <a:stretch>
            <a:fillRect/>
          </a:stretch>
        </p:blipFill>
        <p:spPr>
          <a:xfrm>
            <a:off x="4011056" y="224889"/>
            <a:ext cx="3130283" cy="2982893"/>
          </a:xfrm>
          <a:prstGeom prst="rect">
            <a:avLst/>
          </a:prstGeom>
          <a:ln w="19050">
            <a:solidFill>
              <a:schemeClr val="tx1"/>
            </a:solidFill>
          </a:ln>
        </p:spPr>
      </p:pic>
      <p:sp>
        <p:nvSpPr>
          <p:cNvPr id="7" name="Rectangle 6">
            <a:extLst>
              <a:ext uri="{FF2B5EF4-FFF2-40B4-BE49-F238E27FC236}">
                <a16:creationId xmlns:a16="http://schemas.microsoft.com/office/drawing/2014/main" id="{8105ECED-E799-DB10-085D-B67ED601F61B}"/>
              </a:ext>
            </a:extLst>
          </p:cNvPr>
          <p:cNvSpPr/>
          <p:nvPr/>
        </p:nvSpPr>
        <p:spPr>
          <a:xfrm>
            <a:off x="4075536" y="3322163"/>
            <a:ext cx="3065803" cy="3310948"/>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Step6:</a:t>
            </a:r>
          </a:p>
          <a:p>
            <a:pPr marL="285750" indent="-285750">
              <a:lnSpc>
                <a:spcPct val="100000"/>
              </a:lnSpc>
              <a:buFont typeface="Arial" panose="020B0604020202020204" pitchFamily="34" charset="0"/>
              <a:buChar char="•"/>
            </a:pPr>
            <a:r>
              <a:rPr lang="en-US" dirty="0"/>
              <a:t>Text extracted for timing is </a:t>
            </a:r>
            <a:r>
              <a:rPr lang="en-US" b="1" dirty="0">
                <a:solidFill>
                  <a:srgbClr val="FFC000"/>
                </a:solidFill>
              </a:rPr>
              <a:t>mapped</a:t>
            </a:r>
            <a:r>
              <a:rPr lang="en-US" dirty="0"/>
              <a:t> to the arrows detected.</a:t>
            </a:r>
          </a:p>
          <a:p>
            <a:pPr marL="285750" indent="-285750">
              <a:lnSpc>
                <a:spcPct val="100000"/>
              </a:lnSpc>
              <a:buFont typeface="Arial" panose="020B0604020202020204" pitchFamily="34" charset="0"/>
              <a:buChar char="•"/>
            </a:pPr>
            <a:r>
              <a:rPr lang="en-US" sz="1800" dirty="0"/>
              <a:t>Arrows detected + Timing information are mapped to the </a:t>
            </a:r>
            <a:r>
              <a:rPr lang="en-US" sz="1800" b="1" dirty="0">
                <a:solidFill>
                  <a:srgbClr val="FFC000"/>
                </a:solidFill>
              </a:rPr>
              <a:t>Clock pins and Start/ End command.</a:t>
            </a:r>
            <a:endParaRPr lang="en-US" b="1" dirty="0">
              <a:solidFill>
                <a:srgbClr val="FFC000"/>
              </a:solidFill>
            </a:endParaRPr>
          </a:p>
          <a:p>
            <a:pPr marL="285750" indent="-285750">
              <a:lnSpc>
                <a:spcPct val="100000"/>
              </a:lnSpc>
              <a:buFont typeface="Arial" panose="020B0604020202020204" pitchFamily="34" charset="0"/>
              <a:buChar char="•"/>
            </a:pPr>
            <a:endParaRPr lang="en-US" b="1" dirty="0">
              <a:solidFill>
                <a:srgbClr val="FFC000"/>
              </a:solidFill>
            </a:endParaRPr>
          </a:p>
          <a:p>
            <a:pPr marL="285750" indent="-285750">
              <a:lnSpc>
                <a:spcPct val="100000"/>
              </a:lnSpc>
              <a:buFont typeface="Arial" panose="020B0604020202020204" pitchFamily="34" charset="0"/>
              <a:buChar char="•"/>
            </a:pPr>
            <a:endParaRPr lang="en-US" b="1" dirty="0">
              <a:solidFill>
                <a:srgbClr val="FFC000"/>
              </a:solidFill>
            </a:endParaRPr>
          </a:p>
          <a:p>
            <a:pPr marL="285750" indent="-285750">
              <a:lnSpc>
                <a:spcPct val="100000"/>
              </a:lnSpc>
              <a:buFont typeface="Arial" panose="020B0604020202020204" pitchFamily="34" charset="0"/>
              <a:buChar char="•"/>
            </a:pPr>
            <a:endParaRPr lang="en-US" dirty="0"/>
          </a:p>
        </p:txBody>
      </p:sp>
      <p:sp>
        <p:nvSpPr>
          <p:cNvPr id="8" name="Rectangle 7">
            <a:extLst>
              <a:ext uri="{FF2B5EF4-FFF2-40B4-BE49-F238E27FC236}">
                <a16:creationId xmlns:a16="http://schemas.microsoft.com/office/drawing/2014/main" id="{B7CE6F7C-862F-BC64-E744-6F546FFFE5C0}"/>
              </a:ext>
            </a:extLst>
          </p:cNvPr>
          <p:cNvSpPr/>
          <p:nvPr/>
        </p:nvSpPr>
        <p:spPr>
          <a:xfrm>
            <a:off x="7581166" y="5283842"/>
            <a:ext cx="4464555" cy="1194136"/>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a:t>
            </a:r>
            <a:r>
              <a:rPr lang="en-US" b="1" dirty="0">
                <a:solidFill>
                  <a:srgbClr val="FFC000"/>
                </a:solidFill>
              </a:rPr>
              <a:t>7</a:t>
            </a:r>
            <a:r>
              <a:rPr lang="en-US" sz="1800" b="1" dirty="0">
                <a:solidFill>
                  <a:srgbClr val="FFC000"/>
                </a:solidFill>
              </a:rPr>
              <a:t>:</a:t>
            </a:r>
          </a:p>
          <a:p>
            <a:pPr marL="285750" indent="-285750">
              <a:lnSpc>
                <a:spcPct val="100000"/>
              </a:lnSpc>
              <a:buFont typeface="Arial" panose="020B0604020202020204" pitchFamily="34" charset="0"/>
              <a:buChar char="•"/>
            </a:pPr>
            <a:r>
              <a:rPr lang="en-US" sz="1800" dirty="0"/>
              <a:t>All information is linked together to get the </a:t>
            </a:r>
            <a:r>
              <a:rPr lang="en-US" dirty="0"/>
              <a:t>C2C Timing data for each waveform.</a:t>
            </a:r>
            <a:endParaRPr lang="en-US" b="1" dirty="0">
              <a:solidFill>
                <a:srgbClr val="FFC000"/>
              </a:solidFill>
            </a:endParaRPr>
          </a:p>
        </p:txBody>
      </p:sp>
      <p:sp>
        <p:nvSpPr>
          <p:cNvPr id="9" name="Arrow: Right 8">
            <a:extLst>
              <a:ext uri="{FF2B5EF4-FFF2-40B4-BE49-F238E27FC236}">
                <a16:creationId xmlns:a16="http://schemas.microsoft.com/office/drawing/2014/main" id="{BDB301C8-92B2-A421-39FA-ED8976486F63}"/>
              </a:ext>
            </a:extLst>
          </p:cNvPr>
          <p:cNvSpPr/>
          <p:nvPr/>
        </p:nvSpPr>
        <p:spPr>
          <a:xfrm>
            <a:off x="3556893" y="1447187"/>
            <a:ext cx="518643" cy="484632"/>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0" name="Arrow: Right 9">
            <a:extLst>
              <a:ext uri="{FF2B5EF4-FFF2-40B4-BE49-F238E27FC236}">
                <a16:creationId xmlns:a16="http://schemas.microsoft.com/office/drawing/2014/main" id="{EB8D926B-E427-629D-427F-26C88AA21767}"/>
              </a:ext>
            </a:extLst>
          </p:cNvPr>
          <p:cNvSpPr/>
          <p:nvPr/>
        </p:nvSpPr>
        <p:spPr>
          <a:xfrm>
            <a:off x="7165331" y="1496100"/>
            <a:ext cx="518643" cy="484632"/>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746636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6A96A069-A5C6-5ABF-6540-5D95247AC05A}"/>
              </a:ext>
            </a:extLst>
          </p:cNvPr>
          <p:cNvSpPr/>
          <p:nvPr/>
        </p:nvSpPr>
        <p:spPr>
          <a:xfrm>
            <a:off x="212651" y="3711431"/>
            <a:ext cx="11864322" cy="2987749"/>
          </a:xfrm>
          <a:prstGeom prst="round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8" name="Rectangle: Rounded Corners 17">
            <a:extLst>
              <a:ext uri="{FF2B5EF4-FFF2-40B4-BE49-F238E27FC236}">
                <a16:creationId xmlns:a16="http://schemas.microsoft.com/office/drawing/2014/main" id="{B147582F-7017-AA15-704F-031F5617BEC5}"/>
              </a:ext>
            </a:extLst>
          </p:cNvPr>
          <p:cNvSpPr/>
          <p:nvPr/>
        </p:nvSpPr>
        <p:spPr>
          <a:xfrm>
            <a:off x="212651" y="701749"/>
            <a:ext cx="11864322" cy="2896345"/>
          </a:xfrm>
          <a:prstGeom prst="round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67655D59-6F56-9DC5-F44F-FD2B14168843}"/>
              </a:ext>
            </a:extLst>
          </p:cNvPr>
          <p:cNvSpPr>
            <a:spLocks noGrp="1"/>
          </p:cNvSpPr>
          <p:nvPr>
            <p:ph type="title"/>
          </p:nvPr>
        </p:nvSpPr>
        <p:spPr>
          <a:xfrm>
            <a:off x="406592" y="202262"/>
            <a:ext cx="11219688" cy="534871"/>
          </a:xfrm>
        </p:spPr>
        <p:txBody>
          <a:bodyPr/>
          <a:lstStyle/>
          <a:p>
            <a:r>
              <a:rPr lang="en-US" dirty="0"/>
              <a:t>Waveform Extraction</a:t>
            </a:r>
          </a:p>
        </p:txBody>
      </p:sp>
      <p:pic>
        <p:nvPicPr>
          <p:cNvPr id="9" name="Content Placeholder 8" descr="A blueprint of a machine&#10;&#10;AI-generated content may be incorrect.">
            <a:extLst>
              <a:ext uri="{FF2B5EF4-FFF2-40B4-BE49-F238E27FC236}">
                <a16:creationId xmlns:a16="http://schemas.microsoft.com/office/drawing/2014/main" id="{F686C91D-292D-4366-0732-DAAA2B8D0C40}"/>
              </a:ext>
            </a:extLst>
          </p:cNvPr>
          <p:cNvPicPr>
            <a:picLocks noGrp="1" noChangeAspect="1"/>
          </p:cNvPicPr>
          <p:nvPr>
            <p:ph idx="1"/>
          </p:nvPr>
        </p:nvPicPr>
        <p:blipFill>
          <a:blip r:embed="rId2"/>
          <a:stretch>
            <a:fillRect/>
          </a:stretch>
        </p:blipFill>
        <p:spPr>
          <a:xfrm>
            <a:off x="3022007" y="796321"/>
            <a:ext cx="3202349" cy="2716951"/>
          </a:xfrm>
          <a:ln w="19050">
            <a:solidFill>
              <a:schemeClr val="tx1"/>
            </a:solidFill>
          </a:ln>
        </p:spPr>
      </p:pic>
      <p:pic>
        <p:nvPicPr>
          <p:cNvPr id="15" name="Picture 14">
            <a:extLst>
              <a:ext uri="{FF2B5EF4-FFF2-40B4-BE49-F238E27FC236}">
                <a16:creationId xmlns:a16="http://schemas.microsoft.com/office/drawing/2014/main" id="{A257D593-B2B4-B8EA-B3E7-A10A5CA2BC92}"/>
              </a:ext>
            </a:extLst>
          </p:cNvPr>
          <p:cNvPicPr>
            <a:picLocks noChangeAspect="1"/>
          </p:cNvPicPr>
          <p:nvPr/>
        </p:nvPicPr>
        <p:blipFill>
          <a:blip r:embed="rId3"/>
          <a:stretch>
            <a:fillRect/>
          </a:stretch>
        </p:blipFill>
        <p:spPr>
          <a:xfrm>
            <a:off x="7408344" y="3826133"/>
            <a:ext cx="4501761" cy="1561464"/>
          </a:xfrm>
          <a:prstGeom prst="rect">
            <a:avLst/>
          </a:prstGeom>
          <a:ln w="19050">
            <a:solidFill>
              <a:schemeClr val="tx1"/>
            </a:solidFill>
          </a:ln>
        </p:spPr>
      </p:pic>
      <p:pic>
        <p:nvPicPr>
          <p:cNvPr id="17" name="Picture 16">
            <a:extLst>
              <a:ext uri="{FF2B5EF4-FFF2-40B4-BE49-F238E27FC236}">
                <a16:creationId xmlns:a16="http://schemas.microsoft.com/office/drawing/2014/main" id="{49306A1E-B62C-2D8F-9E7F-EA4A9F573460}"/>
              </a:ext>
            </a:extLst>
          </p:cNvPr>
          <p:cNvPicPr>
            <a:picLocks noChangeAspect="1"/>
          </p:cNvPicPr>
          <p:nvPr/>
        </p:nvPicPr>
        <p:blipFill>
          <a:blip r:embed="rId4"/>
          <a:stretch>
            <a:fillRect/>
          </a:stretch>
        </p:blipFill>
        <p:spPr>
          <a:xfrm>
            <a:off x="2588752" y="3826133"/>
            <a:ext cx="4747146" cy="1561464"/>
          </a:xfrm>
          <a:prstGeom prst="rect">
            <a:avLst/>
          </a:prstGeom>
          <a:ln w="19050">
            <a:solidFill>
              <a:schemeClr val="tx1"/>
            </a:solidFill>
          </a:ln>
        </p:spPr>
      </p:pic>
      <p:sp>
        <p:nvSpPr>
          <p:cNvPr id="20" name="Rectangle 19">
            <a:extLst>
              <a:ext uri="{FF2B5EF4-FFF2-40B4-BE49-F238E27FC236}">
                <a16:creationId xmlns:a16="http://schemas.microsoft.com/office/drawing/2014/main" id="{19FDE9BF-9040-797D-761E-25F73F75EF57}"/>
              </a:ext>
            </a:extLst>
          </p:cNvPr>
          <p:cNvSpPr/>
          <p:nvPr/>
        </p:nvSpPr>
        <p:spPr>
          <a:xfrm>
            <a:off x="7049386" y="1169581"/>
            <a:ext cx="3795823" cy="1839433"/>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Step1:</a:t>
            </a:r>
            <a:r>
              <a:rPr lang="en-US" sz="1800" dirty="0">
                <a:solidFill>
                  <a:srgbClr val="FFC000"/>
                </a:solidFill>
              </a:rPr>
              <a:t> </a:t>
            </a:r>
          </a:p>
          <a:p>
            <a:pPr marL="285750" indent="-285750">
              <a:lnSpc>
                <a:spcPct val="100000"/>
              </a:lnSpc>
              <a:buFont typeface="Arial" panose="020B0604020202020204" pitchFamily="34" charset="0"/>
              <a:buChar char="•"/>
            </a:pPr>
            <a:r>
              <a:rPr lang="en-US" sz="1800" dirty="0"/>
              <a:t>From the given PDF, waveform is </a:t>
            </a:r>
            <a:r>
              <a:rPr lang="en-US" sz="1800" b="1" dirty="0">
                <a:solidFill>
                  <a:srgbClr val="FFC000"/>
                </a:solidFill>
              </a:rPr>
              <a:t>located and extracted </a:t>
            </a:r>
            <a:r>
              <a:rPr lang="en-US" sz="1800" dirty="0"/>
              <a:t>as a single image. </a:t>
            </a:r>
          </a:p>
          <a:p>
            <a:pPr marL="285750" indent="-285750">
              <a:lnSpc>
                <a:spcPct val="100000"/>
              </a:lnSpc>
              <a:buFont typeface="Arial" panose="020B0604020202020204" pitchFamily="34" charset="0"/>
              <a:buChar char="•"/>
            </a:pPr>
            <a:r>
              <a:rPr lang="en-US" sz="1800" dirty="0"/>
              <a:t>This detection is done using the post processed text data and using the Figure names.</a:t>
            </a:r>
          </a:p>
        </p:txBody>
      </p:sp>
      <p:grpSp>
        <p:nvGrpSpPr>
          <p:cNvPr id="24" name="Group 23">
            <a:extLst>
              <a:ext uri="{FF2B5EF4-FFF2-40B4-BE49-F238E27FC236}">
                <a16:creationId xmlns:a16="http://schemas.microsoft.com/office/drawing/2014/main" id="{AEEDAA83-09EF-48F2-27CB-2336FBEEE2F3}"/>
              </a:ext>
            </a:extLst>
          </p:cNvPr>
          <p:cNvGrpSpPr/>
          <p:nvPr/>
        </p:nvGrpSpPr>
        <p:grpSpPr>
          <a:xfrm>
            <a:off x="634918" y="783150"/>
            <a:ext cx="2109714" cy="2716951"/>
            <a:chOff x="634918" y="783150"/>
            <a:chExt cx="2109714" cy="2716951"/>
          </a:xfrm>
        </p:grpSpPr>
        <p:pic>
          <p:nvPicPr>
            <p:cNvPr id="7" name="Picture 6">
              <a:extLst>
                <a:ext uri="{FF2B5EF4-FFF2-40B4-BE49-F238E27FC236}">
                  <a16:creationId xmlns:a16="http://schemas.microsoft.com/office/drawing/2014/main" id="{92F5089A-7786-BABD-7C58-E26B1DDF6694}"/>
                </a:ext>
              </a:extLst>
            </p:cNvPr>
            <p:cNvPicPr>
              <a:picLocks noChangeAspect="1"/>
            </p:cNvPicPr>
            <p:nvPr/>
          </p:nvPicPr>
          <p:blipFill>
            <a:blip r:embed="rId5"/>
            <a:stretch>
              <a:fillRect/>
            </a:stretch>
          </p:blipFill>
          <p:spPr>
            <a:xfrm>
              <a:off x="634918" y="783150"/>
              <a:ext cx="2109714" cy="2716951"/>
            </a:xfrm>
            <a:prstGeom prst="rect">
              <a:avLst/>
            </a:prstGeom>
          </p:spPr>
        </p:pic>
        <p:sp>
          <p:nvSpPr>
            <p:cNvPr id="21" name="Rectangle 20">
              <a:extLst>
                <a:ext uri="{FF2B5EF4-FFF2-40B4-BE49-F238E27FC236}">
                  <a16:creationId xmlns:a16="http://schemas.microsoft.com/office/drawing/2014/main" id="{9352FB09-9C6F-02C0-BE4B-1F981FA24E3A}"/>
                </a:ext>
              </a:extLst>
            </p:cNvPr>
            <p:cNvSpPr/>
            <p:nvPr/>
          </p:nvSpPr>
          <p:spPr>
            <a:xfrm>
              <a:off x="816723" y="1020725"/>
              <a:ext cx="1718864" cy="1169581"/>
            </a:xfrm>
            <a:prstGeom prst="rect">
              <a:avLst/>
            </a:prstGeom>
            <a:noFill/>
            <a:ln w="28575" cap="sq">
              <a:solidFill>
                <a:srgbClr val="EA2463"/>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grpSp>
      <p:grpSp>
        <p:nvGrpSpPr>
          <p:cNvPr id="27" name="Group 26">
            <a:extLst>
              <a:ext uri="{FF2B5EF4-FFF2-40B4-BE49-F238E27FC236}">
                <a16:creationId xmlns:a16="http://schemas.microsoft.com/office/drawing/2014/main" id="{A990BAE9-AA58-8742-2A4C-50F75BC7F6C8}"/>
              </a:ext>
            </a:extLst>
          </p:cNvPr>
          <p:cNvGrpSpPr/>
          <p:nvPr/>
        </p:nvGrpSpPr>
        <p:grpSpPr>
          <a:xfrm>
            <a:off x="406592" y="3820056"/>
            <a:ext cx="2109714" cy="2657162"/>
            <a:chOff x="406592" y="3820056"/>
            <a:chExt cx="2109714" cy="2657162"/>
          </a:xfrm>
        </p:grpSpPr>
        <p:pic>
          <p:nvPicPr>
            <p:cNvPr id="11" name="Picture 10">
              <a:extLst>
                <a:ext uri="{FF2B5EF4-FFF2-40B4-BE49-F238E27FC236}">
                  <a16:creationId xmlns:a16="http://schemas.microsoft.com/office/drawing/2014/main" id="{E8DC2CE4-650F-D79D-057F-265D411B6FB5}"/>
                </a:ext>
              </a:extLst>
            </p:cNvPr>
            <p:cNvPicPr>
              <a:picLocks noChangeAspect="1"/>
            </p:cNvPicPr>
            <p:nvPr/>
          </p:nvPicPr>
          <p:blipFill>
            <a:blip r:embed="rId6"/>
            <a:stretch>
              <a:fillRect/>
            </a:stretch>
          </p:blipFill>
          <p:spPr>
            <a:xfrm>
              <a:off x="406592" y="3820056"/>
              <a:ext cx="2109714" cy="2657162"/>
            </a:xfrm>
            <a:prstGeom prst="rect">
              <a:avLst/>
            </a:prstGeom>
          </p:spPr>
        </p:pic>
        <p:sp>
          <p:nvSpPr>
            <p:cNvPr id="25" name="Rectangle 24">
              <a:extLst>
                <a:ext uri="{FF2B5EF4-FFF2-40B4-BE49-F238E27FC236}">
                  <a16:creationId xmlns:a16="http://schemas.microsoft.com/office/drawing/2014/main" id="{6915ADCE-149A-7713-E971-E15B60E5A6BD}"/>
                </a:ext>
              </a:extLst>
            </p:cNvPr>
            <p:cNvSpPr/>
            <p:nvPr/>
          </p:nvSpPr>
          <p:spPr>
            <a:xfrm>
              <a:off x="602017" y="4097582"/>
              <a:ext cx="1715881" cy="837672"/>
            </a:xfrm>
            <a:prstGeom prst="rect">
              <a:avLst/>
            </a:prstGeom>
            <a:noFill/>
            <a:ln w="28575" cap="sq">
              <a:solidFill>
                <a:srgbClr val="EA2463"/>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6" name="Rectangle 25">
              <a:extLst>
                <a:ext uri="{FF2B5EF4-FFF2-40B4-BE49-F238E27FC236}">
                  <a16:creationId xmlns:a16="http://schemas.microsoft.com/office/drawing/2014/main" id="{1D2E98A6-E5BA-F7B7-BBAC-4FD160F6FEED}"/>
                </a:ext>
              </a:extLst>
            </p:cNvPr>
            <p:cNvSpPr/>
            <p:nvPr/>
          </p:nvSpPr>
          <p:spPr>
            <a:xfrm>
              <a:off x="602017" y="5043879"/>
              <a:ext cx="1715881" cy="920986"/>
            </a:xfrm>
            <a:prstGeom prst="rect">
              <a:avLst/>
            </a:prstGeom>
            <a:noFill/>
            <a:ln w="28575" cap="sq">
              <a:solidFill>
                <a:srgbClr val="EA2463"/>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grpSp>
      <p:sp>
        <p:nvSpPr>
          <p:cNvPr id="28" name="Rectangle 27">
            <a:extLst>
              <a:ext uri="{FF2B5EF4-FFF2-40B4-BE49-F238E27FC236}">
                <a16:creationId xmlns:a16="http://schemas.microsoft.com/office/drawing/2014/main" id="{E59B05B3-0F98-6BD0-885A-6D4F5130974F}"/>
              </a:ext>
            </a:extLst>
          </p:cNvPr>
          <p:cNvSpPr/>
          <p:nvPr/>
        </p:nvSpPr>
        <p:spPr>
          <a:xfrm>
            <a:off x="3022006" y="5555633"/>
            <a:ext cx="8604273" cy="818463"/>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marL="285750" indent="-285750">
              <a:lnSpc>
                <a:spcPct val="100000"/>
              </a:lnSpc>
              <a:buFont typeface="Arial" panose="020B0604020202020204" pitchFamily="34" charset="0"/>
              <a:buChar char="•"/>
            </a:pPr>
            <a:r>
              <a:rPr lang="en-US" sz="1800" dirty="0"/>
              <a:t>This also handles the case where ther</a:t>
            </a:r>
            <a:r>
              <a:rPr lang="en-US" dirty="0"/>
              <a:t>e are </a:t>
            </a:r>
            <a:r>
              <a:rPr lang="en-US" b="1" dirty="0">
                <a:solidFill>
                  <a:srgbClr val="FFC000"/>
                </a:solidFill>
              </a:rPr>
              <a:t>multiple waveforms </a:t>
            </a:r>
            <a:r>
              <a:rPr lang="en-US" dirty="0"/>
              <a:t>on the same image.</a:t>
            </a:r>
          </a:p>
          <a:p>
            <a:pPr marL="285750" indent="-285750">
              <a:lnSpc>
                <a:spcPct val="100000"/>
              </a:lnSpc>
              <a:buFont typeface="Arial" panose="020B0604020202020204" pitchFamily="34" charset="0"/>
              <a:buChar char="•"/>
            </a:pPr>
            <a:r>
              <a:rPr lang="en-US" dirty="0"/>
              <a:t>Each waveform is extracted as a </a:t>
            </a:r>
            <a:r>
              <a:rPr lang="en-US" b="1" dirty="0">
                <a:solidFill>
                  <a:srgbClr val="FFC000"/>
                </a:solidFill>
              </a:rPr>
              <a:t>separate image.</a:t>
            </a:r>
          </a:p>
        </p:txBody>
      </p:sp>
    </p:spTree>
    <p:extLst>
      <p:ext uri="{BB962C8B-B14F-4D97-AF65-F5344CB8AC3E}">
        <p14:creationId xmlns:p14="http://schemas.microsoft.com/office/powerpoint/2010/main" val="742756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F99C659-4E6B-630E-6C1C-C9E33F41DDC7}"/>
              </a:ext>
            </a:extLst>
          </p:cNvPr>
          <p:cNvPicPr>
            <a:picLocks noGrp="1" noChangeAspect="1"/>
          </p:cNvPicPr>
          <p:nvPr>
            <p:ph idx="1"/>
          </p:nvPr>
        </p:nvPicPr>
        <p:blipFill>
          <a:blip r:embed="rId2"/>
          <a:stretch>
            <a:fillRect/>
          </a:stretch>
        </p:blipFill>
        <p:spPr>
          <a:xfrm>
            <a:off x="5386082" y="1428356"/>
            <a:ext cx="4046201" cy="2685105"/>
          </a:xfrm>
        </p:spPr>
      </p:pic>
      <p:sp>
        <p:nvSpPr>
          <p:cNvPr id="92" name="Rectangle: Rounded Corners 91">
            <a:extLst>
              <a:ext uri="{FF2B5EF4-FFF2-40B4-BE49-F238E27FC236}">
                <a16:creationId xmlns:a16="http://schemas.microsoft.com/office/drawing/2014/main" id="{FF305E98-D08E-750C-F297-CCCD20510775}"/>
              </a:ext>
            </a:extLst>
          </p:cNvPr>
          <p:cNvSpPr/>
          <p:nvPr/>
        </p:nvSpPr>
        <p:spPr>
          <a:xfrm>
            <a:off x="4019107" y="1409252"/>
            <a:ext cx="1435561" cy="2807072"/>
          </a:xfrm>
          <a:prstGeom prst="roundRect">
            <a:avLst/>
          </a:prstGeom>
          <a:solidFill>
            <a:srgbClr val="002060"/>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27514A08-FCDF-A379-0251-3391A31488B4}"/>
              </a:ext>
            </a:extLst>
          </p:cNvPr>
          <p:cNvSpPr>
            <a:spLocks noGrp="1"/>
          </p:cNvSpPr>
          <p:nvPr>
            <p:ph type="title"/>
          </p:nvPr>
        </p:nvSpPr>
        <p:spPr>
          <a:xfrm>
            <a:off x="225851" y="326119"/>
            <a:ext cx="11219688" cy="534871"/>
          </a:xfrm>
        </p:spPr>
        <p:txBody>
          <a:bodyPr/>
          <a:lstStyle/>
          <a:p>
            <a:r>
              <a:rPr lang="en-US" dirty="0"/>
              <a:t>Waveform Extraction</a:t>
            </a:r>
          </a:p>
        </p:txBody>
      </p:sp>
      <p:sp>
        <p:nvSpPr>
          <p:cNvPr id="4" name="Text Placeholder 3">
            <a:extLst>
              <a:ext uri="{FF2B5EF4-FFF2-40B4-BE49-F238E27FC236}">
                <a16:creationId xmlns:a16="http://schemas.microsoft.com/office/drawing/2014/main" id="{21626898-746A-DF18-1B0A-A95E2FF83651}"/>
              </a:ext>
            </a:extLst>
          </p:cNvPr>
          <p:cNvSpPr>
            <a:spLocks noGrp="1"/>
          </p:cNvSpPr>
          <p:nvPr>
            <p:ph type="body" sz="quarter" idx="10"/>
          </p:nvPr>
        </p:nvSpPr>
        <p:spPr>
          <a:xfrm>
            <a:off x="225851" y="784010"/>
            <a:ext cx="11219688" cy="347663"/>
          </a:xfrm>
        </p:spPr>
        <p:txBody>
          <a:bodyPr/>
          <a:lstStyle/>
          <a:p>
            <a:r>
              <a:rPr lang="en-US" b="1" dirty="0">
                <a:solidFill>
                  <a:schemeClr val="accent1"/>
                </a:solidFill>
              </a:rPr>
              <a:t>(Computer vision + CNN Training based)</a:t>
            </a:r>
          </a:p>
        </p:txBody>
      </p:sp>
      <p:pic>
        <p:nvPicPr>
          <p:cNvPr id="9" name="Picture 8">
            <a:extLst>
              <a:ext uri="{FF2B5EF4-FFF2-40B4-BE49-F238E27FC236}">
                <a16:creationId xmlns:a16="http://schemas.microsoft.com/office/drawing/2014/main" id="{C8C0E4EB-C270-39C7-DDB8-00214476CF74}"/>
              </a:ext>
            </a:extLst>
          </p:cNvPr>
          <p:cNvPicPr>
            <a:picLocks noChangeAspect="1"/>
          </p:cNvPicPr>
          <p:nvPr/>
        </p:nvPicPr>
        <p:blipFill>
          <a:blip r:embed="rId3"/>
          <a:stretch>
            <a:fillRect/>
          </a:stretch>
        </p:blipFill>
        <p:spPr>
          <a:xfrm>
            <a:off x="60476" y="1409252"/>
            <a:ext cx="3859214" cy="2563368"/>
          </a:xfrm>
          <a:prstGeom prst="rect">
            <a:avLst/>
          </a:prstGeom>
        </p:spPr>
      </p:pic>
      <p:grpSp>
        <p:nvGrpSpPr>
          <p:cNvPr id="40" name="Group 39">
            <a:extLst>
              <a:ext uri="{FF2B5EF4-FFF2-40B4-BE49-F238E27FC236}">
                <a16:creationId xmlns:a16="http://schemas.microsoft.com/office/drawing/2014/main" id="{C442A29A-2347-9322-0A28-8781CAF9A03E}"/>
              </a:ext>
            </a:extLst>
          </p:cNvPr>
          <p:cNvGrpSpPr/>
          <p:nvPr/>
        </p:nvGrpSpPr>
        <p:grpSpPr>
          <a:xfrm>
            <a:off x="9712412" y="615020"/>
            <a:ext cx="2411435" cy="2533402"/>
            <a:chOff x="9712773" y="103472"/>
            <a:chExt cx="2411435" cy="2533402"/>
          </a:xfrm>
          <a:solidFill>
            <a:srgbClr val="002060"/>
          </a:solidFill>
        </p:grpSpPr>
        <p:sp>
          <p:nvSpPr>
            <p:cNvPr id="38" name="Rectangle 37">
              <a:extLst>
                <a:ext uri="{FF2B5EF4-FFF2-40B4-BE49-F238E27FC236}">
                  <a16:creationId xmlns:a16="http://schemas.microsoft.com/office/drawing/2014/main" id="{6F4F4745-61F6-4ED6-EB12-4076043F382E}"/>
                </a:ext>
              </a:extLst>
            </p:cNvPr>
            <p:cNvSpPr/>
            <p:nvPr/>
          </p:nvSpPr>
          <p:spPr>
            <a:xfrm>
              <a:off x="9712773" y="103472"/>
              <a:ext cx="2411435" cy="2533402"/>
            </a:xfrm>
            <a:prstGeom prst="rect">
              <a:avLst/>
            </a:prstGeom>
            <a:grp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11" name="Picture 10">
              <a:extLst>
                <a:ext uri="{FF2B5EF4-FFF2-40B4-BE49-F238E27FC236}">
                  <a16:creationId xmlns:a16="http://schemas.microsoft.com/office/drawing/2014/main" id="{7575E91D-29FE-ABB3-940E-BD86A2DF9A51}"/>
                </a:ext>
              </a:extLst>
            </p:cNvPr>
            <p:cNvPicPr>
              <a:picLocks noChangeAspect="1"/>
            </p:cNvPicPr>
            <p:nvPr/>
          </p:nvPicPr>
          <p:blipFill>
            <a:blip r:embed="rId4"/>
            <a:stretch>
              <a:fillRect/>
            </a:stretch>
          </p:blipFill>
          <p:spPr>
            <a:xfrm>
              <a:off x="9958686" y="382025"/>
              <a:ext cx="1960456" cy="227960"/>
            </a:xfrm>
            <a:prstGeom prst="rect">
              <a:avLst/>
            </a:prstGeom>
            <a:grpFill/>
          </p:spPr>
        </p:pic>
        <p:pic>
          <p:nvPicPr>
            <p:cNvPr id="13" name="Picture 12">
              <a:extLst>
                <a:ext uri="{FF2B5EF4-FFF2-40B4-BE49-F238E27FC236}">
                  <a16:creationId xmlns:a16="http://schemas.microsoft.com/office/drawing/2014/main" id="{00CD28ED-BD1D-B055-C355-587F20A7818E}"/>
                </a:ext>
              </a:extLst>
            </p:cNvPr>
            <p:cNvPicPr>
              <a:picLocks noChangeAspect="1"/>
            </p:cNvPicPr>
            <p:nvPr/>
          </p:nvPicPr>
          <p:blipFill>
            <a:blip r:embed="rId5"/>
            <a:stretch>
              <a:fillRect/>
            </a:stretch>
          </p:blipFill>
          <p:spPr>
            <a:xfrm>
              <a:off x="10073031" y="801781"/>
              <a:ext cx="796050" cy="306173"/>
            </a:xfrm>
            <a:prstGeom prst="rect">
              <a:avLst/>
            </a:prstGeom>
            <a:grpFill/>
          </p:spPr>
        </p:pic>
        <p:pic>
          <p:nvPicPr>
            <p:cNvPr id="15" name="Picture 14">
              <a:extLst>
                <a:ext uri="{FF2B5EF4-FFF2-40B4-BE49-F238E27FC236}">
                  <a16:creationId xmlns:a16="http://schemas.microsoft.com/office/drawing/2014/main" id="{02F52998-8B62-C118-C146-8BD8F307C45C}"/>
                </a:ext>
              </a:extLst>
            </p:cNvPr>
            <p:cNvPicPr>
              <a:picLocks noChangeAspect="1"/>
            </p:cNvPicPr>
            <p:nvPr/>
          </p:nvPicPr>
          <p:blipFill>
            <a:blip r:embed="rId6"/>
            <a:stretch>
              <a:fillRect/>
            </a:stretch>
          </p:blipFill>
          <p:spPr>
            <a:xfrm>
              <a:off x="9958681" y="1304277"/>
              <a:ext cx="1960461" cy="154367"/>
            </a:xfrm>
            <a:prstGeom prst="rect">
              <a:avLst/>
            </a:prstGeom>
            <a:grpFill/>
          </p:spPr>
        </p:pic>
        <p:pic>
          <p:nvPicPr>
            <p:cNvPr id="17" name="Picture 16">
              <a:extLst>
                <a:ext uri="{FF2B5EF4-FFF2-40B4-BE49-F238E27FC236}">
                  <a16:creationId xmlns:a16="http://schemas.microsoft.com/office/drawing/2014/main" id="{656E270B-B9DA-BCED-3D51-3E5B8B76B90C}"/>
                </a:ext>
              </a:extLst>
            </p:cNvPr>
            <p:cNvPicPr>
              <a:picLocks noChangeAspect="1"/>
            </p:cNvPicPr>
            <p:nvPr/>
          </p:nvPicPr>
          <p:blipFill>
            <a:blip r:embed="rId7"/>
            <a:stretch>
              <a:fillRect/>
            </a:stretch>
          </p:blipFill>
          <p:spPr>
            <a:xfrm>
              <a:off x="9930575" y="1673596"/>
              <a:ext cx="2093168" cy="240594"/>
            </a:xfrm>
            <a:prstGeom prst="rect">
              <a:avLst/>
            </a:prstGeom>
            <a:grpFill/>
          </p:spPr>
        </p:pic>
        <p:pic>
          <p:nvPicPr>
            <p:cNvPr id="21" name="Picture 20">
              <a:extLst>
                <a:ext uri="{FF2B5EF4-FFF2-40B4-BE49-F238E27FC236}">
                  <a16:creationId xmlns:a16="http://schemas.microsoft.com/office/drawing/2014/main" id="{2FBA8395-E5D5-270D-3489-C23422847C7E}"/>
                </a:ext>
              </a:extLst>
            </p:cNvPr>
            <p:cNvPicPr>
              <a:picLocks noChangeAspect="1"/>
            </p:cNvPicPr>
            <p:nvPr/>
          </p:nvPicPr>
          <p:blipFill>
            <a:blip r:embed="rId8"/>
            <a:stretch>
              <a:fillRect/>
            </a:stretch>
          </p:blipFill>
          <p:spPr>
            <a:xfrm>
              <a:off x="10015441" y="2185278"/>
              <a:ext cx="1958527" cy="149506"/>
            </a:xfrm>
            <a:prstGeom prst="rect">
              <a:avLst/>
            </a:prstGeom>
            <a:grpFill/>
          </p:spPr>
        </p:pic>
        <p:pic>
          <p:nvPicPr>
            <p:cNvPr id="23" name="Picture 22">
              <a:extLst>
                <a:ext uri="{FF2B5EF4-FFF2-40B4-BE49-F238E27FC236}">
                  <a16:creationId xmlns:a16="http://schemas.microsoft.com/office/drawing/2014/main" id="{1CAE0959-1D75-71F4-900E-A442A1BD07D4}"/>
                </a:ext>
              </a:extLst>
            </p:cNvPr>
            <p:cNvPicPr>
              <a:picLocks noChangeAspect="1"/>
            </p:cNvPicPr>
            <p:nvPr/>
          </p:nvPicPr>
          <p:blipFill>
            <a:blip r:embed="rId9"/>
            <a:stretch>
              <a:fillRect/>
            </a:stretch>
          </p:blipFill>
          <p:spPr>
            <a:xfrm>
              <a:off x="11170391" y="808156"/>
              <a:ext cx="669806" cy="257618"/>
            </a:xfrm>
            <a:prstGeom prst="rect">
              <a:avLst/>
            </a:prstGeom>
            <a:grpFill/>
          </p:spPr>
        </p:pic>
      </p:grpSp>
      <p:grpSp>
        <p:nvGrpSpPr>
          <p:cNvPr id="41" name="Group 40">
            <a:extLst>
              <a:ext uri="{FF2B5EF4-FFF2-40B4-BE49-F238E27FC236}">
                <a16:creationId xmlns:a16="http://schemas.microsoft.com/office/drawing/2014/main" id="{7E8D9989-C34A-16F8-0AE8-CCCF6F7DFD5F}"/>
              </a:ext>
            </a:extLst>
          </p:cNvPr>
          <p:cNvGrpSpPr/>
          <p:nvPr/>
        </p:nvGrpSpPr>
        <p:grpSpPr>
          <a:xfrm>
            <a:off x="9712412" y="3842714"/>
            <a:ext cx="2411435" cy="2533402"/>
            <a:chOff x="9689671" y="2860230"/>
            <a:chExt cx="2411435" cy="2533402"/>
          </a:xfrm>
          <a:solidFill>
            <a:srgbClr val="002060"/>
          </a:solidFill>
        </p:grpSpPr>
        <p:sp>
          <p:nvSpPr>
            <p:cNvPr id="39" name="Rectangle 38">
              <a:extLst>
                <a:ext uri="{FF2B5EF4-FFF2-40B4-BE49-F238E27FC236}">
                  <a16:creationId xmlns:a16="http://schemas.microsoft.com/office/drawing/2014/main" id="{5182C8E2-F192-4B73-9400-489FD6D9198E}"/>
                </a:ext>
              </a:extLst>
            </p:cNvPr>
            <p:cNvSpPr/>
            <p:nvPr/>
          </p:nvSpPr>
          <p:spPr>
            <a:xfrm>
              <a:off x="9689671" y="2860230"/>
              <a:ext cx="2411435" cy="2533402"/>
            </a:xfrm>
            <a:prstGeom prst="rect">
              <a:avLst/>
            </a:prstGeom>
            <a:grp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25" name="Picture 24">
              <a:extLst>
                <a:ext uri="{FF2B5EF4-FFF2-40B4-BE49-F238E27FC236}">
                  <a16:creationId xmlns:a16="http://schemas.microsoft.com/office/drawing/2014/main" id="{CFD40455-3C2F-9346-7173-BD4A80EC2AEA}"/>
                </a:ext>
              </a:extLst>
            </p:cNvPr>
            <p:cNvPicPr>
              <a:picLocks noChangeAspect="1"/>
            </p:cNvPicPr>
            <p:nvPr/>
          </p:nvPicPr>
          <p:blipFill>
            <a:blip r:embed="rId10"/>
            <a:stretch>
              <a:fillRect/>
            </a:stretch>
          </p:blipFill>
          <p:spPr>
            <a:xfrm>
              <a:off x="9848810" y="4126931"/>
              <a:ext cx="2093159" cy="240593"/>
            </a:xfrm>
            <a:prstGeom prst="rect">
              <a:avLst/>
            </a:prstGeom>
            <a:grpFill/>
          </p:spPr>
        </p:pic>
        <p:pic>
          <p:nvPicPr>
            <p:cNvPr id="27" name="Picture 26">
              <a:extLst>
                <a:ext uri="{FF2B5EF4-FFF2-40B4-BE49-F238E27FC236}">
                  <a16:creationId xmlns:a16="http://schemas.microsoft.com/office/drawing/2014/main" id="{A7957C11-5418-E6BB-FB99-B2FF49F1227B}"/>
                </a:ext>
              </a:extLst>
            </p:cNvPr>
            <p:cNvPicPr>
              <a:picLocks noChangeAspect="1"/>
            </p:cNvPicPr>
            <p:nvPr/>
          </p:nvPicPr>
          <p:blipFill>
            <a:blip r:embed="rId11"/>
            <a:stretch>
              <a:fillRect/>
            </a:stretch>
          </p:blipFill>
          <p:spPr>
            <a:xfrm>
              <a:off x="9930575" y="3607583"/>
              <a:ext cx="1873435" cy="205872"/>
            </a:xfrm>
            <a:prstGeom prst="rect">
              <a:avLst/>
            </a:prstGeom>
            <a:grpFill/>
          </p:spPr>
        </p:pic>
        <p:pic>
          <p:nvPicPr>
            <p:cNvPr id="29" name="Picture 28">
              <a:extLst>
                <a:ext uri="{FF2B5EF4-FFF2-40B4-BE49-F238E27FC236}">
                  <a16:creationId xmlns:a16="http://schemas.microsoft.com/office/drawing/2014/main" id="{CF12B5FB-85D2-93A9-C697-7C809969ECAA}"/>
                </a:ext>
              </a:extLst>
            </p:cNvPr>
            <p:cNvPicPr>
              <a:picLocks noChangeAspect="1"/>
            </p:cNvPicPr>
            <p:nvPr/>
          </p:nvPicPr>
          <p:blipFill>
            <a:blip r:embed="rId12"/>
            <a:stretch>
              <a:fillRect/>
            </a:stretch>
          </p:blipFill>
          <p:spPr>
            <a:xfrm>
              <a:off x="9848810" y="4746226"/>
              <a:ext cx="1082599" cy="300722"/>
            </a:xfrm>
            <a:prstGeom prst="rect">
              <a:avLst/>
            </a:prstGeom>
            <a:grpFill/>
          </p:spPr>
        </p:pic>
        <p:pic>
          <p:nvPicPr>
            <p:cNvPr id="33" name="Picture 32">
              <a:extLst>
                <a:ext uri="{FF2B5EF4-FFF2-40B4-BE49-F238E27FC236}">
                  <a16:creationId xmlns:a16="http://schemas.microsoft.com/office/drawing/2014/main" id="{9ECE3D48-84F1-AD5B-771D-E81A834868AA}"/>
                </a:ext>
              </a:extLst>
            </p:cNvPr>
            <p:cNvPicPr>
              <a:picLocks noChangeAspect="1"/>
            </p:cNvPicPr>
            <p:nvPr/>
          </p:nvPicPr>
          <p:blipFill>
            <a:blip r:embed="rId13"/>
            <a:stretch>
              <a:fillRect/>
            </a:stretch>
          </p:blipFill>
          <p:spPr>
            <a:xfrm>
              <a:off x="11090548" y="4727550"/>
              <a:ext cx="845183" cy="338073"/>
            </a:xfrm>
            <a:prstGeom prst="rect">
              <a:avLst/>
            </a:prstGeom>
            <a:grpFill/>
          </p:spPr>
        </p:pic>
        <p:pic>
          <p:nvPicPr>
            <p:cNvPr id="35" name="Picture 34">
              <a:extLst>
                <a:ext uri="{FF2B5EF4-FFF2-40B4-BE49-F238E27FC236}">
                  <a16:creationId xmlns:a16="http://schemas.microsoft.com/office/drawing/2014/main" id="{735D890F-6184-FF7E-06F7-FA227E397EEF}"/>
                </a:ext>
              </a:extLst>
            </p:cNvPr>
            <p:cNvPicPr>
              <a:picLocks noChangeAspect="1"/>
            </p:cNvPicPr>
            <p:nvPr/>
          </p:nvPicPr>
          <p:blipFill>
            <a:blip r:embed="rId14"/>
            <a:stretch>
              <a:fillRect/>
            </a:stretch>
          </p:blipFill>
          <p:spPr>
            <a:xfrm>
              <a:off x="9852235" y="3100823"/>
              <a:ext cx="2083496" cy="188418"/>
            </a:xfrm>
            <a:prstGeom prst="rect">
              <a:avLst/>
            </a:prstGeom>
            <a:grpFill/>
          </p:spPr>
        </p:pic>
      </p:grpSp>
      <p:pic>
        <p:nvPicPr>
          <p:cNvPr id="37" name="Picture 36">
            <a:extLst>
              <a:ext uri="{FF2B5EF4-FFF2-40B4-BE49-F238E27FC236}">
                <a16:creationId xmlns:a16="http://schemas.microsoft.com/office/drawing/2014/main" id="{7D24F601-FEF3-152F-D1F9-0B057EB5BE45}"/>
              </a:ext>
            </a:extLst>
          </p:cNvPr>
          <p:cNvPicPr>
            <a:picLocks noChangeAspect="1"/>
          </p:cNvPicPr>
          <p:nvPr/>
        </p:nvPicPr>
        <p:blipFill>
          <a:blip r:embed="rId15"/>
          <a:stretch>
            <a:fillRect/>
          </a:stretch>
        </p:blipFill>
        <p:spPr>
          <a:xfrm>
            <a:off x="4157588" y="1741159"/>
            <a:ext cx="1159477" cy="947593"/>
          </a:xfrm>
          <a:prstGeom prst="rect">
            <a:avLst/>
          </a:prstGeom>
        </p:spPr>
      </p:pic>
      <p:cxnSp>
        <p:nvCxnSpPr>
          <p:cNvPr id="72" name="Connector: Curved 71">
            <a:extLst>
              <a:ext uri="{FF2B5EF4-FFF2-40B4-BE49-F238E27FC236}">
                <a16:creationId xmlns:a16="http://schemas.microsoft.com/office/drawing/2014/main" id="{B2F74236-9E21-7978-A36E-05676D5EC8CA}"/>
              </a:ext>
            </a:extLst>
          </p:cNvPr>
          <p:cNvCxnSpPr>
            <a:stCxn id="7" idx="3"/>
            <a:endCxn id="38" idx="1"/>
          </p:cNvCxnSpPr>
          <p:nvPr/>
        </p:nvCxnSpPr>
        <p:spPr>
          <a:xfrm flipV="1">
            <a:off x="9432283" y="1881721"/>
            <a:ext cx="280129" cy="889188"/>
          </a:xfrm>
          <a:prstGeom prst="curvedConnector3">
            <a:avLst/>
          </a:prstGeom>
          <a:ln w="28575" cap="sq">
            <a:miter lim="800000"/>
            <a:tailEnd type="triangle"/>
          </a:ln>
        </p:spPr>
        <p:style>
          <a:lnRef idx="1">
            <a:schemeClr val="tx1"/>
          </a:lnRef>
          <a:fillRef idx="0">
            <a:schemeClr val="tx1"/>
          </a:fillRef>
          <a:effectRef idx="0">
            <a:srgbClr val="000000"/>
          </a:effectRef>
          <a:fontRef idx="minor">
            <a:schemeClr val="bg1"/>
          </a:fontRef>
        </p:style>
      </p:cxnSp>
      <p:cxnSp>
        <p:nvCxnSpPr>
          <p:cNvPr id="74" name="Connector: Curved 73">
            <a:extLst>
              <a:ext uri="{FF2B5EF4-FFF2-40B4-BE49-F238E27FC236}">
                <a16:creationId xmlns:a16="http://schemas.microsoft.com/office/drawing/2014/main" id="{7926E007-456B-DAF7-1CB6-4CA1663E279C}"/>
              </a:ext>
            </a:extLst>
          </p:cNvPr>
          <p:cNvCxnSpPr>
            <a:stCxn id="7" idx="3"/>
            <a:endCxn id="39" idx="1"/>
          </p:cNvCxnSpPr>
          <p:nvPr/>
        </p:nvCxnSpPr>
        <p:spPr>
          <a:xfrm>
            <a:off x="9432283" y="2770909"/>
            <a:ext cx="280129" cy="2338506"/>
          </a:xfrm>
          <a:prstGeom prst="curvedConnector3">
            <a:avLst/>
          </a:prstGeom>
          <a:ln w="28575" cap="sq">
            <a:miter lim="800000"/>
            <a:tailEnd type="triangle"/>
          </a:ln>
        </p:spPr>
        <p:style>
          <a:lnRef idx="1">
            <a:schemeClr val="tx1"/>
          </a:lnRef>
          <a:fillRef idx="0">
            <a:schemeClr val="tx1"/>
          </a:fillRef>
          <a:effectRef idx="0">
            <a:srgbClr val="000000"/>
          </a:effectRef>
          <a:fontRef idx="minor">
            <a:schemeClr val="bg1"/>
          </a:fontRef>
        </p:style>
      </p:cxnSp>
      <p:sp>
        <p:nvSpPr>
          <p:cNvPr id="88" name="Arrow: U-Turn 87">
            <a:extLst>
              <a:ext uri="{FF2B5EF4-FFF2-40B4-BE49-F238E27FC236}">
                <a16:creationId xmlns:a16="http://schemas.microsoft.com/office/drawing/2014/main" id="{114D9032-7751-54CC-2007-D3ECDCA3BBAC}"/>
              </a:ext>
            </a:extLst>
          </p:cNvPr>
          <p:cNvSpPr/>
          <p:nvPr/>
        </p:nvSpPr>
        <p:spPr>
          <a:xfrm flipV="1">
            <a:off x="1881963" y="3997252"/>
            <a:ext cx="2998381" cy="747140"/>
          </a:xfrm>
          <a:prstGeom prst="uturn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91" name="Arrow: U-Turn 90">
            <a:extLst>
              <a:ext uri="{FF2B5EF4-FFF2-40B4-BE49-F238E27FC236}">
                <a16:creationId xmlns:a16="http://schemas.microsoft.com/office/drawing/2014/main" id="{C0DD78AC-231E-427D-BD41-8C07428EB681}"/>
              </a:ext>
            </a:extLst>
          </p:cNvPr>
          <p:cNvSpPr/>
          <p:nvPr/>
        </p:nvSpPr>
        <p:spPr>
          <a:xfrm>
            <a:off x="4762840" y="824914"/>
            <a:ext cx="2998381" cy="781952"/>
          </a:xfrm>
          <a:prstGeom prst="uturn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grpSp>
        <p:nvGrpSpPr>
          <p:cNvPr id="87" name="Group 86">
            <a:extLst>
              <a:ext uri="{FF2B5EF4-FFF2-40B4-BE49-F238E27FC236}">
                <a16:creationId xmlns:a16="http://schemas.microsoft.com/office/drawing/2014/main" id="{A68D87B6-64EA-ED1E-C214-736CE404F81C}"/>
              </a:ext>
            </a:extLst>
          </p:cNvPr>
          <p:cNvGrpSpPr/>
          <p:nvPr/>
        </p:nvGrpSpPr>
        <p:grpSpPr>
          <a:xfrm>
            <a:off x="4293233" y="2936164"/>
            <a:ext cx="861238" cy="1280160"/>
            <a:chOff x="2647506" y="4565128"/>
            <a:chExt cx="797443" cy="1280160"/>
          </a:xfrm>
        </p:grpSpPr>
        <p:sp>
          <p:nvSpPr>
            <p:cNvPr id="85" name="Oval 84">
              <a:extLst>
                <a:ext uri="{FF2B5EF4-FFF2-40B4-BE49-F238E27FC236}">
                  <a16:creationId xmlns:a16="http://schemas.microsoft.com/office/drawing/2014/main" id="{8CCF4837-5F1B-1E27-AA3D-E0C51021ABDB}"/>
                </a:ext>
              </a:extLst>
            </p:cNvPr>
            <p:cNvSpPr/>
            <p:nvPr/>
          </p:nvSpPr>
          <p:spPr>
            <a:xfrm>
              <a:off x="2647507" y="4784651"/>
              <a:ext cx="797442" cy="806584"/>
            </a:xfrm>
            <a:prstGeom prst="ellipse">
              <a:avLst/>
            </a:prstGeom>
            <a:noFill/>
            <a:ln w="38100" cap="sq">
              <a:solidFill>
                <a:schemeClr val="bg1"/>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6" name="Multiplication Sign 85">
              <a:extLst>
                <a:ext uri="{FF2B5EF4-FFF2-40B4-BE49-F238E27FC236}">
                  <a16:creationId xmlns:a16="http://schemas.microsoft.com/office/drawing/2014/main" id="{4791524E-B6DE-CC8E-4CC9-7CE1DA56DDE0}"/>
                </a:ext>
              </a:extLst>
            </p:cNvPr>
            <p:cNvSpPr/>
            <p:nvPr/>
          </p:nvSpPr>
          <p:spPr>
            <a:xfrm>
              <a:off x="2647506" y="4565128"/>
              <a:ext cx="797441" cy="1280160"/>
            </a:xfrm>
            <a:prstGeom prst="mathMultiply">
              <a:avLst/>
            </a:prstGeom>
            <a:solidFill>
              <a:schemeClr val="bg1"/>
            </a:solidFill>
            <a:ln w="6350" cap="sq">
              <a:solidFill>
                <a:schemeClr val="bg1"/>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grpSp>
      <p:sp>
        <p:nvSpPr>
          <p:cNvPr id="97" name="Rectangle 96">
            <a:extLst>
              <a:ext uri="{FF2B5EF4-FFF2-40B4-BE49-F238E27FC236}">
                <a16:creationId xmlns:a16="http://schemas.microsoft.com/office/drawing/2014/main" id="{0071B68E-A57A-4539-4142-B70B0F363E85}"/>
              </a:ext>
            </a:extLst>
          </p:cNvPr>
          <p:cNvSpPr/>
          <p:nvPr/>
        </p:nvSpPr>
        <p:spPr>
          <a:xfrm>
            <a:off x="377598" y="4895477"/>
            <a:ext cx="8801191" cy="1648386"/>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Step2: </a:t>
            </a:r>
          </a:p>
          <a:p>
            <a:pPr marL="285750" indent="-285750">
              <a:lnSpc>
                <a:spcPct val="100000"/>
              </a:lnSpc>
              <a:buFont typeface="Arial" panose="020B0604020202020204" pitchFamily="34" charset="0"/>
              <a:buChar char="•"/>
            </a:pPr>
            <a:r>
              <a:rPr lang="en-US" dirty="0"/>
              <a:t>A </a:t>
            </a:r>
            <a:r>
              <a:rPr lang="en-US" b="1" dirty="0">
                <a:solidFill>
                  <a:srgbClr val="FFC000"/>
                </a:solidFill>
              </a:rPr>
              <a:t>Horizontal Kernel of size 3x3 </a:t>
            </a:r>
            <a:r>
              <a:rPr lang="en-US" dirty="0"/>
              <a:t>is swept across the image and all the horizontal lines are filtered out.</a:t>
            </a:r>
          </a:p>
          <a:p>
            <a:pPr marL="285750" indent="-285750">
              <a:lnSpc>
                <a:spcPct val="100000"/>
              </a:lnSpc>
              <a:buFont typeface="Arial" panose="020B0604020202020204" pitchFamily="34" charset="0"/>
              <a:buChar char="•"/>
            </a:pPr>
            <a:r>
              <a:rPr lang="en-US" dirty="0"/>
              <a:t>Each Horizontal line is stored as a separate </a:t>
            </a:r>
            <a:r>
              <a:rPr lang="en-US" b="1" dirty="0">
                <a:solidFill>
                  <a:srgbClr val="FFC000"/>
                </a:solidFill>
              </a:rPr>
              <a:t>patch</a:t>
            </a:r>
            <a:r>
              <a:rPr lang="en-US" dirty="0"/>
              <a:t> of the image.</a:t>
            </a:r>
          </a:p>
          <a:p>
            <a:pPr marL="285750" indent="-285750">
              <a:lnSpc>
                <a:spcPct val="100000"/>
              </a:lnSpc>
              <a:buFont typeface="Arial" panose="020B0604020202020204" pitchFamily="34" charset="0"/>
              <a:buChar char="•"/>
            </a:pPr>
            <a:r>
              <a:rPr lang="en-US" b="1" dirty="0">
                <a:solidFill>
                  <a:srgbClr val="FFC000"/>
                </a:solidFill>
              </a:rPr>
              <a:t>A CNN model</a:t>
            </a:r>
            <a:r>
              <a:rPr lang="en-US" dirty="0"/>
              <a:t> (3 layered CNN) with binary cross entropy loss is function is trained to predict weather each patch is an </a:t>
            </a:r>
            <a:r>
              <a:rPr lang="en-US" b="1" dirty="0">
                <a:solidFill>
                  <a:srgbClr val="FFC000"/>
                </a:solidFill>
              </a:rPr>
              <a:t>arrow V/S non-arrow.</a:t>
            </a:r>
          </a:p>
        </p:txBody>
      </p:sp>
      <p:sp>
        <p:nvSpPr>
          <p:cNvPr id="99" name="Rectangle: Rounded Corners 98">
            <a:extLst>
              <a:ext uri="{FF2B5EF4-FFF2-40B4-BE49-F238E27FC236}">
                <a16:creationId xmlns:a16="http://schemas.microsoft.com/office/drawing/2014/main" id="{2F4BA807-41F7-6928-CDC2-5A00C19E44CF}"/>
              </a:ext>
            </a:extLst>
          </p:cNvPr>
          <p:cNvSpPr/>
          <p:nvPr/>
        </p:nvSpPr>
        <p:spPr>
          <a:xfrm>
            <a:off x="10274330" y="89968"/>
            <a:ext cx="1421484" cy="534871"/>
          </a:xfrm>
          <a:prstGeom prst="roundRect">
            <a:avLst/>
          </a:prstGeom>
          <a:solidFill>
            <a:srgbClr val="00891C"/>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Arrows</a:t>
            </a:r>
          </a:p>
        </p:txBody>
      </p:sp>
      <p:sp>
        <p:nvSpPr>
          <p:cNvPr id="100" name="Rectangle: Rounded Corners 99">
            <a:extLst>
              <a:ext uri="{FF2B5EF4-FFF2-40B4-BE49-F238E27FC236}">
                <a16:creationId xmlns:a16="http://schemas.microsoft.com/office/drawing/2014/main" id="{397E713C-E76F-1868-6B4D-F05503C7F982}"/>
              </a:ext>
            </a:extLst>
          </p:cNvPr>
          <p:cNvSpPr/>
          <p:nvPr/>
        </p:nvSpPr>
        <p:spPr>
          <a:xfrm>
            <a:off x="10227808" y="3317412"/>
            <a:ext cx="1598943" cy="534871"/>
          </a:xfrm>
          <a:prstGeom prst="roundRect">
            <a:avLst/>
          </a:prstGeom>
          <a:solidFill>
            <a:srgbClr val="FF0000"/>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Non- Arrows</a:t>
            </a:r>
          </a:p>
        </p:txBody>
      </p:sp>
    </p:spTree>
    <p:extLst>
      <p:ext uri="{BB962C8B-B14F-4D97-AF65-F5344CB8AC3E}">
        <p14:creationId xmlns:p14="http://schemas.microsoft.com/office/powerpoint/2010/main" val="1263032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C95A-BFD6-D537-E453-7F36E2EA51AB}"/>
              </a:ext>
            </a:extLst>
          </p:cNvPr>
          <p:cNvSpPr>
            <a:spLocks noGrp="1"/>
          </p:cNvSpPr>
          <p:nvPr>
            <p:ph type="title"/>
          </p:nvPr>
        </p:nvSpPr>
        <p:spPr/>
        <p:txBody>
          <a:bodyPr/>
          <a:lstStyle/>
          <a:p>
            <a:r>
              <a:rPr lang="en-US" dirty="0"/>
              <a:t>Waveform Extraction</a:t>
            </a:r>
          </a:p>
        </p:txBody>
      </p:sp>
      <p:pic>
        <p:nvPicPr>
          <p:cNvPr id="7" name="Picture 6">
            <a:extLst>
              <a:ext uri="{FF2B5EF4-FFF2-40B4-BE49-F238E27FC236}">
                <a16:creationId xmlns:a16="http://schemas.microsoft.com/office/drawing/2014/main" id="{601AE7CF-39C7-7AD0-D0B3-A725BA6B6105}"/>
              </a:ext>
            </a:extLst>
          </p:cNvPr>
          <p:cNvPicPr>
            <a:picLocks noChangeAspect="1"/>
          </p:cNvPicPr>
          <p:nvPr/>
        </p:nvPicPr>
        <p:blipFill>
          <a:blip r:embed="rId2"/>
          <a:stretch>
            <a:fillRect/>
          </a:stretch>
        </p:blipFill>
        <p:spPr>
          <a:xfrm>
            <a:off x="126910" y="1403493"/>
            <a:ext cx="4637896" cy="3104707"/>
          </a:xfrm>
          <a:prstGeom prst="rect">
            <a:avLst/>
          </a:prstGeom>
        </p:spPr>
      </p:pic>
      <p:pic>
        <p:nvPicPr>
          <p:cNvPr id="9" name="Picture 8">
            <a:extLst>
              <a:ext uri="{FF2B5EF4-FFF2-40B4-BE49-F238E27FC236}">
                <a16:creationId xmlns:a16="http://schemas.microsoft.com/office/drawing/2014/main" id="{B7E19696-B9BE-FDE7-017A-2A56D7CB0424}"/>
              </a:ext>
            </a:extLst>
          </p:cNvPr>
          <p:cNvPicPr>
            <a:picLocks noChangeAspect="1"/>
          </p:cNvPicPr>
          <p:nvPr/>
        </p:nvPicPr>
        <p:blipFill>
          <a:blip r:embed="rId3"/>
          <a:stretch>
            <a:fillRect/>
          </a:stretch>
        </p:blipFill>
        <p:spPr>
          <a:xfrm>
            <a:off x="8785977" y="1986589"/>
            <a:ext cx="3166171" cy="1805273"/>
          </a:xfrm>
          <a:prstGeom prst="rect">
            <a:avLst/>
          </a:prstGeom>
        </p:spPr>
      </p:pic>
      <p:sp>
        <p:nvSpPr>
          <p:cNvPr id="10" name="Oval 9">
            <a:extLst>
              <a:ext uri="{FF2B5EF4-FFF2-40B4-BE49-F238E27FC236}">
                <a16:creationId xmlns:a16="http://schemas.microsoft.com/office/drawing/2014/main" id="{D59FA6EB-6534-521A-6347-917B2EE598C0}"/>
              </a:ext>
            </a:extLst>
          </p:cNvPr>
          <p:cNvSpPr/>
          <p:nvPr/>
        </p:nvSpPr>
        <p:spPr>
          <a:xfrm>
            <a:off x="5645853" y="1789976"/>
            <a:ext cx="2259077" cy="2168135"/>
          </a:xfrm>
          <a:prstGeom prst="ellipse">
            <a:avLst/>
          </a:prstGeom>
          <a:solidFill>
            <a:srgbClr val="002060"/>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b="1" dirty="0">
                <a:solidFill>
                  <a:srgbClr val="FFC000"/>
                </a:solidFill>
              </a:rPr>
              <a:t>PDFPlumber</a:t>
            </a:r>
          </a:p>
          <a:p>
            <a:pPr algn="ctr">
              <a:lnSpc>
                <a:spcPct val="100000"/>
              </a:lnSpc>
            </a:pPr>
            <a:r>
              <a:rPr lang="en-US" dirty="0"/>
              <a:t>(Map PDF to Image Coordinates)</a:t>
            </a:r>
          </a:p>
          <a:p>
            <a:pPr algn="ctr">
              <a:lnSpc>
                <a:spcPct val="100000"/>
              </a:lnSpc>
            </a:pPr>
            <a:r>
              <a:rPr lang="en-US" sz="1800" b="1" dirty="0">
                <a:solidFill>
                  <a:srgbClr val="FFC000"/>
                </a:solidFill>
              </a:rPr>
              <a:t>(</a:t>
            </a:r>
            <a:r>
              <a:rPr lang="en-US" sz="1800" b="1" dirty="0" err="1">
                <a:solidFill>
                  <a:srgbClr val="FFC000"/>
                </a:solidFill>
              </a:rPr>
              <a:t>X_</a:t>
            </a:r>
            <a:r>
              <a:rPr lang="en-US" b="1" dirty="0" err="1">
                <a:solidFill>
                  <a:srgbClr val="FFC000"/>
                </a:solidFill>
              </a:rPr>
              <a:t>ratio</a:t>
            </a:r>
            <a:r>
              <a:rPr lang="en-US" b="1" dirty="0">
                <a:solidFill>
                  <a:srgbClr val="FFC000"/>
                </a:solidFill>
              </a:rPr>
              <a:t>, </a:t>
            </a:r>
            <a:r>
              <a:rPr lang="en-US" b="1" dirty="0" err="1">
                <a:solidFill>
                  <a:srgbClr val="FFC000"/>
                </a:solidFill>
              </a:rPr>
              <a:t>Y_ratio</a:t>
            </a:r>
            <a:r>
              <a:rPr lang="en-US" b="1" dirty="0">
                <a:solidFill>
                  <a:srgbClr val="FFC000"/>
                </a:solidFill>
              </a:rPr>
              <a:t>)</a:t>
            </a:r>
            <a:endParaRPr lang="en-US" sz="1800" b="1" dirty="0">
              <a:solidFill>
                <a:srgbClr val="FFC000"/>
              </a:solidFill>
            </a:endParaRPr>
          </a:p>
        </p:txBody>
      </p:sp>
      <p:sp>
        <p:nvSpPr>
          <p:cNvPr id="11" name="Plus Sign 10">
            <a:extLst>
              <a:ext uri="{FF2B5EF4-FFF2-40B4-BE49-F238E27FC236}">
                <a16:creationId xmlns:a16="http://schemas.microsoft.com/office/drawing/2014/main" id="{84F2104D-C070-E316-0D32-3FDD039D9617}"/>
              </a:ext>
            </a:extLst>
          </p:cNvPr>
          <p:cNvSpPr/>
          <p:nvPr/>
        </p:nvSpPr>
        <p:spPr>
          <a:xfrm>
            <a:off x="4867310" y="2512536"/>
            <a:ext cx="778543" cy="723014"/>
          </a:xfrm>
          <a:prstGeom prst="mathPlus">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2" name="Equals 11">
            <a:extLst>
              <a:ext uri="{FF2B5EF4-FFF2-40B4-BE49-F238E27FC236}">
                <a16:creationId xmlns:a16="http://schemas.microsoft.com/office/drawing/2014/main" id="{BE799595-A572-3C16-0525-3AD69C609561}"/>
              </a:ext>
            </a:extLst>
          </p:cNvPr>
          <p:cNvSpPr/>
          <p:nvPr/>
        </p:nvSpPr>
        <p:spPr>
          <a:xfrm>
            <a:off x="7904930" y="2506219"/>
            <a:ext cx="823646" cy="534871"/>
          </a:xfrm>
          <a:prstGeom prst="mathEqual">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13" name="Rectangle 12">
            <a:extLst>
              <a:ext uri="{FF2B5EF4-FFF2-40B4-BE49-F238E27FC236}">
                <a16:creationId xmlns:a16="http://schemas.microsoft.com/office/drawing/2014/main" id="{DD75277F-C4CD-A49B-4FD2-086ED60366BA}"/>
              </a:ext>
            </a:extLst>
          </p:cNvPr>
          <p:cNvSpPr/>
          <p:nvPr/>
        </p:nvSpPr>
        <p:spPr>
          <a:xfrm>
            <a:off x="489569" y="4892190"/>
            <a:ext cx="10483703" cy="1592622"/>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Step3:</a:t>
            </a:r>
          </a:p>
          <a:p>
            <a:pPr marL="285750" indent="-285750">
              <a:lnSpc>
                <a:spcPct val="100000"/>
              </a:lnSpc>
              <a:buFont typeface="Arial" panose="020B0604020202020204" pitchFamily="34" charset="0"/>
              <a:buChar char="•"/>
            </a:pPr>
            <a:r>
              <a:rPr lang="en-US" sz="1800" dirty="0"/>
              <a:t>Text is extracted from PDF using </a:t>
            </a:r>
            <a:r>
              <a:rPr lang="en-US" sz="1800" b="1" dirty="0">
                <a:solidFill>
                  <a:srgbClr val="FFC000"/>
                </a:solidFill>
              </a:rPr>
              <a:t>PDFPlumber</a:t>
            </a:r>
            <a:r>
              <a:rPr lang="en-US" sz="1800" dirty="0"/>
              <a:t> (</a:t>
            </a:r>
            <a:r>
              <a:rPr lang="en-US" sz="1800" b="1" dirty="0">
                <a:solidFill>
                  <a:srgbClr val="FFC000"/>
                </a:solidFill>
              </a:rPr>
              <a:t>source code</a:t>
            </a:r>
            <a:r>
              <a:rPr lang="en-US" sz="1800" dirty="0"/>
              <a:t> of PDF taken into account)</a:t>
            </a:r>
          </a:p>
          <a:p>
            <a:pPr marL="285750" indent="-285750">
              <a:lnSpc>
                <a:spcPct val="100000"/>
              </a:lnSpc>
              <a:buFont typeface="Arial" panose="020B0604020202020204" pitchFamily="34" charset="0"/>
              <a:buChar char="•"/>
            </a:pPr>
            <a:r>
              <a:rPr lang="en-US" dirty="0"/>
              <a:t>Text extracted for timing is </a:t>
            </a:r>
            <a:r>
              <a:rPr lang="en-US" b="1" dirty="0">
                <a:solidFill>
                  <a:srgbClr val="FFC000"/>
                </a:solidFill>
              </a:rPr>
              <a:t>mapped</a:t>
            </a:r>
            <a:r>
              <a:rPr lang="en-US" dirty="0"/>
              <a:t> to the arrows detected.</a:t>
            </a:r>
          </a:p>
          <a:p>
            <a:pPr marL="285750" indent="-285750">
              <a:lnSpc>
                <a:spcPct val="100000"/>
              </a:lnSpc>
              <a:buFont typeface="Arial" panose="020B0604020202020204" pitchFamily="34" charset="0"/>
              <a:buChar char="•"/>
            </a:pPr>
            <a:r>
              <a:rPr lang="en-US" sz="1800" dirty="0"/>
              <a:t>Arrows detected + Timing information are mapped to the </a:t>
            </a:r>
            <a:r>
              <a:rPr lang="en-US" sz="1800" b="1" dirty="0">
                <a:solidFill>
                  <a:srgbClr val="FFC000"/>
                </a:solidFill>
              </a:rPr>
              <a:t>Clock pins and Start/ End command.</a:t>
            </a:r>
          </a:p>
        </p:txBody>
      </p:sp>
    </p:spTree>
    <p:extLst>
      <p:ext uri="{BB962C8B-B14F-4D97-AF65-F5344CB8AC3E}">
        <p14:creationId xmlns:p14="http://schemas.microsoft.com/office/powerpoint/2010/main" val="441870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B1A6FB76-38AA-AEEA-D4FF-27DF481C0DB0}"/>
              </a:ext>
            </a:extLst>
          </p:cNvPr>
          <p:cNvSpPr/>
          <p:nvPr/>
        </p:nvSpPr>
        <p:spPr>
          <a:xfrm>
            <a:off x="5263116" y="829340"/>
            <a:ext cx="6928884" cy="4263655"/>
          </a:xfrm>
          <a:prstGeom prst="roundRect">
            <a:avLst/>
          </a:prstGeom>
          <a:solidFill>
            <a:srgbClr val="002060"/>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0968AF4F-6A10-50B7-6FBD-E402AE5930FC}"/>
              </a:ext>
            </a:extLst>
          </p:cNvPr>
          <p:cNvSpPr>
            <a:spLocks noGrp="1"/>
          </p:cNvSpPr>
          <p:nvPr>
            <p:ph type="title"/>
          </p:nvPr>
        </p:nvSpPr>
        <p:spPr/>
        <p:txBody>
          <a:bodyPr/>
          <a:lstStyle/>
          <a:p>
            <a:r>
              <a:rPr lang="en-US" dirty="0"/>
              <a:t>Waveform Extraction</a:t>
            </a:r>
          </a:p>
        </p:txBody>
      </p:sp>
      <p:grpSp>
        <p:nvGrpSpPr>
          <p:cNvPr id="46" name="Group 45">
            <a:extLst>
              <a:ext uri="{FF2B5EF4-FFF2-40B4-BE49-F238E27FC236}">
                <a16:creationId xmlns:a16="http://schemas.microsoft.com/office/drawing/2014/main" id="{06471894-13D0-3EF0-A956-2A97D1D4A908}"/>
              </a:ext>
            </a:extLst>
          </p:cNvPr>
          <p:cNvGrpSpPr/>
          <p:nvPr/>
        </p:nvGrpSpPr>
        <p:grpSpPr>
          <a:xfrm>
            <a:off x="394544" y="1189145"/>
            <a:ext cx="4517698" cy="3467915"/>
            <a:chOff x="394544" y="1189145"/>
            <a:chExt cx="4517698" cy="3467915"/>
          </a:xfrm>
        </p:grpSpPr>
        <p:pic>
          <p:nvPicPr>
            <p:cNvPr id="7" name="Picture 6">
              <a:extLst>
                <a:ext uri="{FF2B5EF4-FFF2-40B4-BE49-F238E27FC236}">
                  <a16:creationId xmlns:a16="http://schemas.microsoft.com/office/drawing/2014/main" id="{128A7118-C69E-7E3F-7AD1-23C41BF8F3D6}"/>
                </a:ext>
              </a:extLst>
            </p:cNvPr>
            <p:cNvPicPr>
              <a:picLocks noChangeAspect="1"/>
            </p:cNvPicPr>
            <p:nvPr/>
          </p:nvPicPr>
          <p:blipFill>
            <a:blip r:embed="rId2"/>
            <a:stretch>
              <a:fillRect/>
            </a:stretch>
          </p:blipFill>
          <p:spPr>
            <a:xfrm>
              <a:off x="394544" y="1189145"/>
              <a:ext cx="4517698" cy="3467915"/>
            </a:xfrm>
            <a:prstGeom prst="rect">
              <a:avLst/>
            </a:prstGeom>
            <a:ln w="19050">
              <a:solidFill>
                <a:schemeClr val="tx1"/>
              </a:solidFill>
            </a:ln>
          </p:spPr>
        </p:pic>
        <p:sp>
          <p:nvSpPr>
            <p:cNvPr id="8" name="Rectangle 7">
              <a:extLst>
                <a:ext uri="{FF2B5EF4-FFF2-40B4-BE49-F238E27FC236}">
                  <a16:creationId xmlns:a16="http://schemas.microsoft.com/office/drawing/2014/main" id="{9C7D6502-68A7-86A9-D559-2D8F9DC4765F}"/>
                </a:ext>
              </a:extLst>
            </p:cNvPr>
            <p:cNvSpPr/>
            <p:nvPr/>
          </p:nvSpPr>
          <p:spPr>
            <a:xfrm>
              <a:off x="2385979" y="1452075"/>
              <a:ext cx="268085" cy="83692"/>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D09FBCCC-5A8B-A400-942D-4713D59FD952}"/>
                </a:ext>
              </a:extLst>
            </p:cNvPr>
            <p:cNvSpPr/>
            <p:nvPr/>
          </p:nvSpPr>
          <p:spPr>
            <a:xfrm>
              <a:off x="3830552" y="1448488"/>
              <a:ext cx="243714" cy="83692"/>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0" name="Rectangle 9">
              <a:extLst>
                <a:ext uri="{FF2B5EF4-FFF2-40B4-BE49-F238E27FC236}">
                  <a16:creationId xmlns:a16="http://schemas.microsoft.com/office/drawing/2014/main" id="{E5F8E21F-9D27-9BA1-E212-78369AB2F423}"/>
                </a:ext>
              </a:extLst>
            </p:cNvPr>
            <p:cNvSpPr/>
            <p:nvPr/>
          </p:nvSpPr>
          <p:spPr>
            <a:xfrm>
              <a:off x="4081778" y="1453865"/>
              <a:ext cx="268085" cy="74729"/>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F9290088-2A16-6759-CACB-883E38E85DF0}"/>
                </a:ext>
              </a:extLst>
            </p:cNvPr>
            <p:cNvSpPr/>
            <p:nvPr/>
          </p:nvSpPr>
          <p:spPr>
            <a:xfrm>
              <a:off x="4257340" y="2143862"/>
              <a:ext cx="188159" cy="83692"/>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2" name="Rectangle 11">
              <a:extLst>
                <a:ext uri="{FF2B5EF4-FFF2-40B4-BE49-F238E27FC236}">
                  <a16:creationId xmlns:a16="http://schemas.microsoft.com/office/drawing/2014/main" id="{80CCCCCD-C524-2C76-C585-435DC8FEAF02}"/>
                </a:ext>
              </a:extLst>
            </p:cNvPr>
            <p:cNvSpPr/>
            <p:nvPr/>
          </p:nvSpPr>
          <p:spPr>
            <a:xfrm>
              <a:off x="3379828" y="2140277"/>
              <a:ext cx="188159" cy="83692"/>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13" name="Rectangle 12">
              <a:extLst>
                <a:ext uri="{FF2B5EF4-FFF2-40B4-BE49-F238E27FC236}">
                  <a16:creationId xmlns:a16="http://schemas.microsoft.com/office/drawing/2014/main" id="{33F929C8-D623-BB37-A7D5-5E0C0E7E2948}"/>
                </a:ext>
              </a:extLst>
            </p:cNvPr>
            <p:cNvSpPr/>
            <p:nvPr/>
          </p:nvSpPr>
          <p:spPr>
            <a:xfrm>
              <a:off x="2418147" y="2421656"/>
              <a:ext cx="235917" cy="89931"/>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14" name="Rectangle 13">
              <a:extLst>
                <a:ext uri="{FF2B5EF4-FFF2-40B4-BE49-F238E27FC236}">
                  <a16:creationId xmlns:a16="http://schemas.microsoft.com/office/drawing/2014/main" id="{962F6C7A-2E7C-4E66-CEFE-0906CCF35B6E}"/>
                </a:ext>
              </a:extLst>
            </p:cNvPr>
            <p:cNvSpPr/>
            <p:nvPr/>
          </p:nvSpPr>
          <p:spPr>
            <a:xfrm>
              <a:off x="2012901" y="2421656"/>
              <a:ext cx="235917" cy="89931"/>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15" name="Rectangle 14">
              <a:extLst>
                <a:ext uri="{FF2B5EF4-FFF2-40B4-BE49-F238E27FC236}">
                  <a16:creationId xmlns:a16="http://schemas.microsoft.com/office/drawing/2014/main" id="{326FF39B-CA09-1A2E-CCD9-8B1235E10E22}"/>
                </a:ext>
              </a:extLst>
            </p:cNvPr>
            <p:cNvSpPr/>
            <p:nvPr/>
          </p:nvSpPr>
          <p:spPr>
            <a:xfrm>
              <a:off x="1439324" y="2421656"/>
              <a:ext cx="441658" cy="89931"/>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16" name="Rectangle 15">
              <a:extLst>
                <a:ext uri="{FF2B5EF4-FFF2-40B4-BE49-F238E27FC236}">
                  <a16:creationId xmlns:a16="http://schemas.microsoft.com/office/drawing/2014/main" id="{79057674-F968-B606-E52A-3BF7B086AFF4}"/>
                </a:ext>
              </a:extLst>
            </p:cNvPr>
            <p:cNvSpPr/>
            <p:nvPr/>
          </p:nvSpPr>
          <p:spPr>
            <a:xfrm>
              <a:off x="2482050" y="3488017"/>
              <a:ext cx="235917" cy="89931"/>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17" name="Rectangle 16">
              <a:extLst>
                <a:ext uri="{FF2B5EF4-FFF2-40B4-BE49-F238E27FC236}">
                  <a16:creationId xmlns:a16="http://schemas.microsoft.com/office/drawing/2014/main" id="{23E7C131-9932-2010-8A55-8F7F58A7D73D}"/>
                </a:ext>
              </a:extLst>
            </p:cNvPr>
            <p:cNvSpPr/>
            <p:nvPr/>
          </p:nvSpPr>
          <p:spPr>
            <a:xfrm>
              <a:off x="1542194" y="3724376"/>
              <a:ext cx="376195" cy="89931"/>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18" name="Rectangle 17">
              <a:extLst>
                <a:ext uri="{FF2B5EF4-FFF2-40B4-BE49-F238E27FC236}">
                  <a16:creationId xmlns:a16="http://schemas.microsoft.com/office/drawing/2014/main" id="{E1E9BF6B-2417-8BCE-52E4-862B9380836D}"/>
                </a:ext>
              </a:extLst>
            </p:cNvPr>
            <p:cNvSpPr/>
            <p:nvPr/>
          </p:nvSpPr>
          <p:spPr>
            <a:xfrm>
              <a:off x="1542194" y="4197742"/>
              <a:ext cx="376195" cy="89931"/>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19" name="Rectangle 18">
              <a:extLst>
                <a:ext uri="{FF2B5EF4-FFF2-40B4-BE49-F238E27FC236}">
                  <a16:creationId xmlns:a16="http://schemas.microsoft.com/office/drawing/2014/main" id="{30C69424-A1CC-4604-05CB-E7AA7A7BCCFE}"/>
                </a:ext>
              </a:extLst>
            </p:cNvPr>
            <p:cNvSpPr/>
            <p:nvPr/>
          </p:nvSpPr>
          <p:spPr>
            <a:xfrm>
              <a:off x="1560898" y="3964856"/>
              <a:ext cx="320084" cy="89931"/>
            </a:xfrm>
            <a:prstGeom prst="rect">
              <a:avLst/>
            </a:prstGeom>
            <a:noFill/>
            <a:ln w="19050" cap="sq">
              <a:solidFill>
                <a:srgbClr val="EA2265"/>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20" name="Rectangle 19">
              <a:extLst>
                <a:ext uri="{FF2B5EF4-FFF2-40B4-BE49-F238E27FC236}">
                  <a16:creationId xmlns:a16="http://schemas.microsoft.com/office/drawing/2014/main" id="{A9630624-3E02-9DBB-402E-F19BC3CBD79D}"/>
                </a:ext>
              </a:extLst>
            </p:cNvPr>
            <p:cNvSpPr/>
            <p:nvPr/>
          </p:nvSpPr>
          <p:spPr>
            <a:xfrm>
              <a:off x="987320" y="2001653"/>
              <a:ext cx="225007" cy="9593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21" name="Rectangle 20">
              <a:extLst>
                <a:ext uri="{FF2B5EF4-FFF2-40B4-BE49-F238E27FC236}">
                  <a16:creationId xmlns:a16="http://schemas.microsoft.com/office/drawing/2014/main" id="{C2CE77D8-13B9-79A1-44B2-A129CBF41125}"/>
                </a:ext>
              </a:extLst>
            </p:cNvPr>
            <p:cNvSpPr/>
            <p:nvPr/>
          </p:nvSpPr>
          <p:spPr>
            <a:xfrm>
              <a:off x="1335891" y="2001653"/>
              <a:ext cx="225007" cy="9593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22" name="Rectangle 21">
              <a:extLst>
                <a:ext uri="{FF2B5EF4-FFF2-40B4-BE49-F238E27FC236}">
                  <a16:creationId xmlns:a16="http://schemas.microsoft.com/office/drawing/2014/main" id="{2EAE52A2-6A7F-7640-F5B7-2506513953F6}"/>
                </a:ext>
              </a:extLst>
            </p:cNvPr>
            <p:cNvSpPr/>
            <p:nvPr/>
          </p:nvSpPr>
          <p:spPr>
            <a:xfrm>
              <a:off x="3997252" y="2001653"/>
              <a:ext cx="169051" cy="9593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23" name="Rectangle 22">
              <a:extLst>
                <a:ext uri="{FF2B5EF4-FFF2-40B4-BE49-F238E27FC236}">
                  <a16:creationId xmlns:a16="http://schemas.microsoft.com/office/drawing/2014/main" id="{022CA7E6-5469-8DB8-8FF9-FEE92B8C0790}"/>
                </a:ext>
              </a:extLst>
            </p:cNvPr>
            <p:cNvSpPr/>
            <p:nvPr/>
          </p:nvSpPr>
          <p:spPr>
            <a:xfrm>
              <a:off x="650863" y="1287464"/>
              <a:ext cx="169051" cy="9593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24" name="Rectangle 23">
              <a:extLst>
                <a:ext uri="{FF2B5EF4-FFF2-40B4-BE49-F238E27FC236}">
                  <a16:creationId xmlns:a16="http://schemas.microsoft.com/office/drawing/2014/main" id="{38C69929-CBF4-2C65-F640-DB42D7A911AC}"/>
                </a:ext>
              </a:extLst>
            </p:cNvPr>
            <p:cNvSpPr/>
            <p:nvPr/>
          </p:nvSpPr>
          <p:spPr>
            <a:xfrm>
              <a:off x="652421" y="1369906"/>
              <a:ext cx="169051" cy="9593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25" name="Rectangle 24">
              <a:extLst>
                <a:ext uri="{FF2B5EF4-FFF2-40B4-BE49-F238E27FC236}">
                  <a16:creationId xmlns:a16="http://schemas.microsoft.com/office/drawing/2014/main" id="{54746ACC-B840-D301-2279-60D46D5881DC}"/>
                </a:ext>
              </a:extLst>
            </p:cNvPr>
            <p:cNvSpPr/>
            <p:nvPr/>
          </p:nvSpPr>
          <p:spPr>
            <a:xfrm>
              <a:off x="668538" y="1608271"/>
              <a:ext cx="139931" cy="9593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26" name="Rectangle 25">
              <a:extLst>
                <a:ext uri="{FF2B5EF4-FFF2-40B4-BE49-F238E27FC236}">
                  <a16:creationId xmlns:a16="http://schemas.microsoft.com/office/drawing/2014/main" id="{6EC386B6-7248-3B6F-1F4F-C10890CA8386}"/>
                </a:ext>
              </a:extLst>
            </p:cNvPr>
            <p:cNvSpPr/>
            <p:nvPr/>
          </p:nvSpPr>
          <p:spPr>
            <a:xfrm>
              <a:off x="668817" y="1808999"/>
              <a:ext cx="133140" cy="9593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27" name="Rectangle 26">
              <a:extLst>
                <a:ext uri="{FF2B5EF4-FFF2-40B4-BE49-F238E27FC236}">
                  <a16:creationId xmlns:a16="http://schemas.microsoft.com/office/drawing/2014/main" id="{FBB7F5D9-F4E5-92F5-7C8A-E48B2D2315B5}"/>
                </a:ext>
              </a:extLst>
            </p:cNvPr>
            <p:cNvSpPr/>
            <p:nvPr/>
          </p:nvSpPr>
          <p:spPr>
            <a:xfrm>
              <a:off x="592054" y="2005762"/>
              <a:ext cx="196265" cy="9311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a:t>``</a:t>
              </a:r>
              <a:endParaRPr lang="en-US" sz="1800" dirty="0"/>
            </a:p>
          </p:txBody>
        </p:sp>
        <p:sp>
          <p:nvSpPr>
            <p:cNvPr id="28" name="Rectangle 27">
              <a:extLst>
                <a:ext uri="{FF2B5EF4-FFF2-40B4-BE49-F238E27FC236}">
                  <a16:creationId xmlns:a16="http://schemas.microsoft.com/office/drawing/2014/main" id="{0A4913FF-5FE0-05AB-0CEC-57607AE1041E}"/>
                </a:ext>
              </a:extLst>
            </p:cNvPr>
            <p:cNvSpPr/>
            <p:nvPr/>
          </p:nvSpPr>
          <p:spPr>
            <a:xfrm>
              <a:off x="644458" y="2281760"/>
              <a:ext cx="141331" cy="9311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29" name="Rectangle 28">
              <a:extLst>
                <a:ext uri="{FF2B5EF4-FFF2-40B4-BE49-F238E27FC236}">
                  <a16:creationId xmlns:a16="http://schemas.microsoft.com/office/drawing/2014/main" id="{7061D212-9A09-83C0-8BB4-02FE9293A39F}"/>
                </a:ext>
              </a:extLst>
            </p:cNvPr>
            <p:cNvSpPr/>
            <p:nvPr/>
          </p:nvSpPr>
          <p:spPr>
            <a:xfrm>
              <a:off x="628315" y="2525500"/>
              <a:ext cx="167378" cy="9311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0" name="Rectangle 29">
              <a:extLst>
                <a:ext uri="{FF2B5EF4-FFF2-40B4-BE49-F238E27FC236}">
                  <a16:creationId xmlns:a16="http://schemas.microsoft.com/office/drawing/2014/main" id="{1ED4F811-26BA-9AA5-E9A7-25CF941668BD}"/>
                </a:ext>
              </a:extLst>
            </p:cNvPr>
            <p:cNvSpPr/>
            <p:nvPr/>
          </p:nvSpPr>
          <p:spPr>
            <a:xfrm>
              <a:off x="629873" y="2613318"/>
              <a:ext cx="167378" cy="9311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1" name="Rectangle 30">
              <a:extLst>
                <a:ext uri="{FF2B5EF4-FFF2-40B4-BE49-F238E27FC236}">
                  <a16:creationId xmlns:a16="http://schemas.microsoft.com/office/drawing/2014/main" id="{87BB4DE6-CA06-2584-38F9-8D5D323DD666}"/>
                </a:ext>
              </a:extLst>
            </p:cNvPr>
            <p:cNvSpPr/>
            <p:nvPr/>
          </p:nvSpPr>
          <p:spPr>
            <a:xfrm>
              <a:off x="626755" y="2797918"/>
              <a:ext cx="167378" cy="9311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2" name="Rectangle 31">
              <a:extLst>
                <a:ext uri="{FF2B5EF4-FFF2-40B4-BE49-F238E27FC236}">
                  <a16:creationId xmlns:a16="http://schemas.microsoft.com/office/drawing/2014/main" id="{4C5A573D-4E3D-8A86-575E-0966FE216A26}"/>
                </a:ext>
              </a:extLst>
            </p:cNvPr>
            <p:cNvSpPr/>
            <p:nvPr/>
          </p:nvSpPr>
          <p:spPr>
            <a:xfrm>
              <a:off x="608773" y="2967305"/>
              <a:ext cx="169052" cy="91279"/>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3" name="Rectangle 32">
              <a:extLst>
                <a:ext uri="{FF2B5EF4-FFF2-40B4-BE49-F238E27FC236}">
                  <a16:creationId xmlns:a16="http://schemas.microsoft.com/office/drawing/2014/main" id="{421F8E7C-A3AE-A68F-E8AC-E151DD1839D7}"/>
                </a:ext>
              </a:extLst>
            </p:cNvPr>
            <p:cNvSpPr/>
            <p:nvPr/>
          </p:nvSpPr>
          <p:spPr>
            <a:xfrm>
              <a:off x="606491" y="3042308"/>
              <a:ext cx="167378" cy="84649"/>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4" name="Rectangle 33">
              <a:extLst>
                <a:ext uri="{FF2B5EF4-FFF2-40B4-BE49-F238E27FC236}">
                  <a16:creationId xmlns:a16="http://schemas.microsoft.com/office/drawing/2014/main" id="{1D5C44AF-C611-3C77-AF85-24D0FCB6F092}"/>
                </a:ext>
              </a:extLst>
            </p:cNvPr>
            <p:cNvSpPr/>
            <p:nvPr/>
          </p:nvSpPr>
          <p:spPr>
            <a:xfrm>
              <a:off x="596304" y="3163999"/>
              <a:ext cx="169052" cy="8859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5" name="Rectangle 34">
              <a:extLst>
                <a:ext uri="{FF2B5EF4-FFF2-40B4-BE49-F238E27FC236}">
                  <a16:creationId xmlns:a16="http://schemas.microsoft.com/office/drawing/2014/main" id="{01051881-87C2-9978-EC61-E31554B777EE}"/>
                </a:ext>
              </a:extLst>
            </p:cNvPr>
            <p:cNvSpPr/>
            <p:nvPr/>
          </p:nvSpPr>
          <p:spPr>
            <a:xfrm>
              <a:off x="518010" y="4267227"/>
              <a:ext cx="247346" cy="88595"/>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6" name="Rectangle 35">
              <a:extLst>
                <a:ext uri="{FF2B5EF4-FFF2-40B4-BE49-F238E27FC236}">
                  <a16:creationId xmlns:a16="http://schemas.microsoft.com/office/drawing/2014/main" id="{71931FC6-94F7-92EB-F531-DA0F900C5441}"/>
                </a:ext>
              </a:extLst>
            </p:cNvPr>
            <p:cNvSpPr/>
            <p:nvPr/>
          </p:nvSpPr>
          <p:spPr>
            <a:xfrm>
              <a:off x="499308" y="4359507"/>
              <a:ext cx="309161" cy="11638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7" name="Rectangle 36">
              <a:extLst>
                <a:ext uri="{FF2B5EF4-FFF2-40B4-BE49-F238E27FC236}">
                  <a16:creationId xmlns:a16="http://schemas.microsoft.com/office/drawing/2014/main" id="{8FF918CE-A2AA-B8D4-8BD7-76D95FBE7317}"/>
                </a:ext>
              </a:extLst>
            </p:cNvPr>
            <p:cNvSpPr/>
            <p:nvPr/>
          </p:nvSpPr>
          <p:spPr>
            <a:xfrm>
              <a:off x="491066" y="4087166"/>
              <a:ext cx="309161" cy="11638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8" name="Rectangle 37">
              <a:extLst>
                <a:ext uri="{FF2B5EF4-FFF2-40B4-BE49-F238E27FC236}">
                  <a16:creationId xmlns:a16="http://schemas.microsoft.com/office/drawing/2014/main" id="{057DCF67-94C8-DBC3-8412-1C4F6744B634}"/>
                </a:ext>
              </a:extLst>
            </p:cNvPr>
            <p:cNvSpPr/>
            <p:nvPr/>
          </p:nvSpPr>
          <p:spPr>
            <a:xfrm>
              <a:off x="478596" y="3899551"/>
              <a:ext cx="309161" cy="86576"/>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39" name="Rectangle 38">
              <a:extLst>
                <a:ext uri="{FF2B5EF4-FFF2-40B4-BE49-F238E27FC236}">
                  <a16:creationId xmlns:a16="http://schemas.microsoft.com/office/drawing/2014/main" id="{D3B0E36E-E8A1-DB94-96CB-2F4EB21F2188}"/>
                </a:ext>
              </a:extLst>
            </p:cNvPr>
            <p:cNvSpPr/>
            <p:nvPr/>
          </p:nvSpPr>
          <p:spPr>
            <a:xfrm>
              <a:off x="537299" y="3821544"/>
              <a:ext cx="232277" cy="84870"/>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0" name="Rectangle 39">
              <a:extLst>
                <a:ext uri="{FF2B5EF4-FFF2-40B4-BE49-F238E27FC236}">
                  <a16:creationId xmlns:a16="http://schemas.microsoft.com/office/drawing/2014/main" id="{F6F7D2FA-A44E-D731-002D-A5B4FE824A6B}"/>
                </a:ext>
              </a:extLst>
            </p:cNvPr>
            <p:cNvSpPr/>
            <p:nvPr/>
          </p:nvSpPr>
          <p:spPr>
            <a:xfrm>
              <a:off x="534036" y="3572292"/>
              <a:ext cx="223214" cy="81558"/>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1" name="Rectangle 40">
              <a:extLst>
                <a:ext uri="{FF2B5EF4-FFF2-40B4-BE49-F238E27FC236}">
                  <a16:creationId xmlns:a16="http://schemas.microsoft.com/office/drawing/2014/main" id="{6FC7295D-937C-0875-17EA-B1AD197EB28C}"/>
                </a:ext>
              </a:extLst>
            </p:cNvPr>
            <p:cNvSpPr/>
            <p:nvPr/>
          </p:nvSpPr>
          <p:spPr>
            <a:xfrm>
              <a:off x="496992" y="3651721"/>
              <a:ext cx="272364" cy="107739"/>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2" name="Rectangle 41">
              <a:extLst>
                <a:ext uri="{FF2B5EF4-FFF2-40B4-BE49-F238E27FC236}">
                  <a16:creationId xmlns:a16="http://schemas.microsoft.com/office/drawing/2014/main" id="{CB77572D-3F04-B8B1-02BA-80B908EDFCC6}"/>
                </a:ext>
              </a:extLst>
            </p:cNvPr>
            <p:cNvSpPr/>
            <p:nvPr/>
          </p:nvSpPr>
          <p:spPr>
            <a:xfrm>
              <a:off x="590238" y="3235358"/>
              <a:ext cx="198091" cy="81558"/>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3" name="Rectangle 42">
              <a:extLst>
                <a:ext uri="{FF2B5EF4-FFF2-40B4-BE49-F238E27FC236}">
                  <a16:creationId xmlns:a16="http://schemas.microsoft.com/office/drawing/2014/main" id="{9C4D79A0-6FBF-5B63-8711-A04DD63FD6C5}"/>
                </a:ext>
              </a:extLst>
            </p:cNvPr>
            <p:cNvSpPr/>
            <p:nvPr/>
          </p:nvSpPr>
          <p:spPr>
            <a:xfrm>
              <a:off x="525956" y="3371567"/>
              <a:ext cx="208196" cy="81558"/>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sp>
          <p:nvSpPr>
            <p:cNvPr id="44" name="Rectangle 43">
              <a:extLst>
                <a:ext uri="{FF2B5EF4-FFF2-40B4-BE49-F238E27FC236}">
                  <a16:creationId xmlns:a16="http://schemas.microsoft.com/office/drawing/2014/main" id="{C7E4BFDB-CB13-5C57-94E3-8214403E7C82}"/>
                </a:ext>
              </a:extLst>
            </p:cNvPr>
            <p:cNvSpPr/>
            <p:nvPr/>
          </p:nvSpPr>
          <p:spPr>
            <a:xfrm>
              <a:off x="509469" y="3443388"/>
              <a:ext cx="284665" cy="67969"/>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grpSp>
      <p:sp>
        <p:nvSpPr>
          <p:cNvPr id="47" name="Rectangle 46">
            <a:extLst>
              <a:ext uri="{FF2B5EF4-FFF2-40B4-BE49-F238E27FC236}">
                <a16:creationId xmlns:a16="http://schemas.microsoft.com/office/drawing/2014/main" id="{F87ECF01-6292-CDEE-17B7-AFE8298DDB0A}"/>
              </a:ext>
            </a:extLst>
          </p:cNvPr>
          <p:cNvSpPr/>
          <p:nvPr/>
        </p:nvSpPr>
        <p:spPr>
          <a:xfrm>
            <a:off x="493751" y="4515822"/>
            <a:ext cx="306100" cy="108554"/>
          </a:xfrm>
          <a:prstGeom prst="rect">
            <a:avLst/>
          </a:prstGeom>
          <a:noFill/>
          <a:ln w="19050" cap="sq">
            <a:solidFill>
              <a:schemeClr val="accent6">
                <a:lumMod val="75000"/>
              </a:schemeClr>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r>
              <a:rPr lang="en-US" sz="1800" dirty="0"/>
              <a:t>``</a:t>
            </a:r>
          </a:p>
        </p:txBody>
      </p:sp>
      <p:pic>
        <p:nvPicPr>
          <p:cNvPr id="49" name="Picture 48">
            <a:extLst>
              <a:ext uri="{FF2B5EF4-FFF2-40B4-BE49-F238E27FC236}">
                <a16:creationId xmlns:a16="http://schemas.microsoft.com/office/drawing/2014/main" id="{2AEA3A94-4CB7-BAAD-9EF7-14B2240D11E3}"/>
              </a:ext>
            </a:extLst>
          </p:cNvPr>
          <p:cNvPicPr>
            <a:picLocks noChangeAspect="1"/>
          </p:cNvPicPr>
          <p:nvPr/>
        </p:nvPicPr>
        <p:blipFill>
          <a:blip r:embed="rId3"/>
          <a:stretch>
            <a:fillRect/>
          </a:stretch>
        </p:blipFill>
        <p:spPr>
          <a:xfrm>
            <a:off x="5641409" y="1119199"/>
            <a:ext cx="6280284" cy="3543665"/>
          </a:xfrm>
          <a:prstGeom prst="rect">
            <a:avLst/>
          </a:prstGeom>
        </p:spPr>
      </p:pic>
      <p:sp>
        <p:nvSpPr>
          <p:cNvPr id="50" name="Rectangle 49">
            <a:extLst>
              <a:ext uri="{FF2B5EF4-FFF2-40B4-BE49-F238E27FC236}">
                <a16:creationId xmlns:a16="http://schemas.microsoft.com/office/drawing/2014/main" id="{FC751EA3-3DEE-1792-7EAE-C047ACA52517}"/>
              </a:ext>
            </a:extLst>
          </p:cNvPr>
          <p:cNvSpPr/>
          <p:nvPr/>
        </p:nvSpPr>
        <p:spPr>
          <a:xfrm>
            <a:off x="1280558" y="1282265"/>
            <a:ext cx="2987345" cy="3286746"/>
          </a:xfrm>
          <a:prstGeom prst="rect">
            <a:avLst/>
          </a:prstGeom>
          <a:noFill/>
          <a:ln w="38100" cap="sq">
            <a:solidFill>
              <a:schemeClr val="accent6">
                <a:lumMod val="50000"/>
              </a:schemeClr>
            </a:solidFill>
            <a:prstDash val="sysDash"/>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52" name="Arrow: Right 51">
            <a:extLst>
              <a:ext uri="{FF2B5EF4-FFF2-40B4-BE49-F238E27FC236}">
                <a16:creationId xmlns:a16="http://schemas.microsoft.com/office/drawing/2014/main" id="{5C0791AE-59B4-8C2F-E72C-38620B04B70E}"/>
              </a:ext>
            </a:extLst>
          </p:cNvPr>
          <p:cNvSpPr/>
          <p:nvPr/>
        </p:nvSpPr>
        <p:spPr>
          <a:xfrm>
            <a:off x="4280970" y="2572056"/>
            <a:ext cx="1009565" cy="486527"/>
          </a:xfrm>
          <a:prstGeom prst="rightArrow">
            <a:avLst/>
          </a:prstGeom>
          <a:solidFill>
            <a:srgbClr val="002060"/>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53" name="Rectangle 52">
            <a:extLst>
              <a:ext uri="{FF2B5EF4-FFF2-40B4-BE49-F238E27FC236}">
                <a16:creationId xmlns:a16="http://schemas.microsoft.com/office/drawing/2014/main" id="{C62682AD-4BAC-41BD-3C0F-08BB1B3B826A}"/>
              </a:ext>
            </a:extLst>
          </p:cNvPr>
          <p:cNvSpPr/>
          <p:nvPr/>
        </p:nvSpPr>
        <p:spPr>
          <a:xfrm>
            <a:off x="987320" y="5226787"/>
            <a:ext cx="8996652" cy="1330893"/>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nSpc>
                <a:spcPct val="100000"/>
              </a:lnSpc>
            </a:pPr>
            <a:r>
              <a:rPr lang="en-US" sz="1800" b="1" dirty="0">
                <a:solidFill>
                  <a:srgbClr val="FFC000"/>
                </a:solidFill>
              </a:rPr>
              <a:t>Step4:</a:t>
            </a:r>
          </a:p>
          <a:p>
            <a:pPr marL="285750" indent="-285750">
              <a:lnSpc>
                <a:spcPct val="100000"/>
              </a:lnSpc>
              <a:buFont typeface="Arial" panose="020B0604020202020204" pitchFamily="34" charset="0"/>
              <a:buChar char="•"/>
            </a:pPr>
            <a:r>
              <a:rPr lang="en-US" dirty="0"/>
              <a:t>Text information about pins present in </a:t>
            </a:r>
            <a:r>
              <a:rPr lang="en-US" b="1" dirty="0">
                <a:solidFill>
                  <a:srgbClr val="FFC000"/>
                </a:solidFill>
              </a:rPr>
              <a:t>left vertical section </a:t>
            </a:r>
            <a:r>
              <a:rPr lang="en-US" dirty="0"/>
              <a:t>of the image are extracted (Blue Boxes).</a:t>
            </a:r>
          </a:p>
          <a:p>
            <a:pPr marL="285750" indent="-285750">
              <a:lnSpc>
                <a:spcPct val="100000"/>
              </a:lnSpc>
              <a:buFont typeface="Arial" panose="020B0604020202020204" pitchFamily="34" charset="0"/>
              <a:buChar char="•"/>
            </a:pPr>
            <a:r>
              <a:rPr lang="en-US" sz="1800" dirty="0"/>
              <a:t>Common</a:t>
            </a:r>
            <a:r>
              <a:rPr lang="en-US" dirty="0"/>
              <a:t>-to-command information is also extracted.</a:t>
            </a:r>
          </a:p>
          <a:p>
            <a:pPr marL="285750" indent="-285750">
              <a:lnSpc>
                <a:spcPct val="100000"/>
              </a:lnSpc>
              <a:buFont typeface="Arial" panose="020B0604020202020204" pitchFamily="34" charset="0"/>
              <a:buChar char="•"/>
            </a:pPr>
            <a:r>
              <a:rPr lang="en-US" sz="1800" dirty="0"/>
              <a:t>All information is linked together to get the </a:t>
            </a:r>
            <a:r>
              <a:rPr lang="en-US" dirty="0"/>
              <a:t>C2C Timing data for each waveform.</a:t>
            </a:r>
            <a:endParaRPr lang="en-US" sz="1800" dirty="0"/>
          </a:p>
        </p:txBody>
      </p:sp>
    </p:spTree>
    <p:extLst>
      <p:ext uri="{BB962C8B-B14F-4D97-AF65-F5344CB8AC3E}">
        <p14:creationId xmlns:p14="http://schemas.microsoft.com/office/powerpoint/2010/main" val="1451094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D48BB-C2A8-CDBC-582D-5AE1FC2EDF66}"/>
              </a:ext>
            </a:extLst>
          </p:cNvPr>
          <p:cNvSpPr>
            <a:spLocks noGrp="1"/>
          </p:cNvSpPr>
          <p:nvPr>
            <p:ph type="title"/>
          </p:nvPr>
        </p:nvSpPr>
        <p:spPr/>
        <p:txBody>
          <a:bodyPr/>
          <a:lstStyle/>
          <a:p>
            <a:r>
              <a:rPr lang="en-US" dirty="0"/>
              <a:t>Waveform Extraction: More Examples</a:t>
            </a:r>
          </a:p>
        </p:txBody>
      </p:sp>
      <p:sp>
        <p:nvSpPr>
          <p:cNvPr id="4" name="Text Placeholder 3">
            <a:extLst>
              <a:ext uri="{FF2B5EF4-FFF2-40B4-BE49-F238E27FC236}">
                <a16:creationId xmlns:a16="http://schemas.microsoft.com/office/drawing/2014/main" id="{D24B9264-D6D6-5678-7EED-943819986817}"/>
              </a:ext>
            </a:extLst>
          </p:cNvPr>
          <p:cNvSpPr>
            <a:spLocks noGrp="1"/>
          </p:cNvSpPr>
          <p:nvPr>
            <p:ph type="body" sz="quarter" idx="10"/>
          </p:nvPr>
        </p:nvSpPr>
        <p:spPr/>
        <p:txBody>
          <a:bodyPr/>
          <a:lstStyle/>
          <a:p>
            <a:r>
              <a:rPr lang="en-US" b="1" dirty="0">
                <a:solidFill>
                  <a:schemeClr val="accent1"/>
                </a:solidFill>
              </a:rPr>
              <a:t>(Multiple waveforms on same page)</a:t>
            </a:r>
          </a:p>
        </p:txBody>
      </p:sp>
      <p:pic>
        <p:nvPicPr>
          <p:cNvPr id="7" name="Picture 6">
            <a:extLst>
              <a:ext uri="{FF2B5EF4-FFF2-40B4-BE49-F238E27FC236}">
                <a16:creationId xmlns:a16="http://schemas.microsoft.com/office/drawing/2014/main" id="{A8B1EAEE-6B61-8CAB-C4F9-1B5CC8BF9B32}"/>
              </a:ext>
            </a:extLst>
          </p:cNvPr>
          <p:cNvPicPr>
            <a:picLocks noChangeAspect="1"/>
          </p:cNvPicPr>
          <p:nvPr/>
        </p:nvPicPr>
        <p:blipFill>
          <a:blip r:embed="rId2"/>
          <a:stretch>
            <a:fillRect/>
          </a:stretch>
        </p:blipFill>
        <p:spPr>
          <a:xfrm>
            <a:off x="263629" y="1595950"/>
            <a:ext cx="3404924" cy="4338084"/>
          </a:xfrm>
          <a:prstGeom prst="rect">
            <a:avLst/>
          </a:prstGeom>
          <a:ln w="19050">
            <a:solidFill>
              <a:schemeClr val="tx1"/>
            </a:solidFill>
          </a:ln>
        </p:spPr>
      </p:pic>
      <p:pic>
        <p:nvPicPr>
          <p:cNvPr id="13" name="Picture 12">
            <a:extLst>
              <a:ext uri="{FF2B5EF4-FFF2-40B4-BE49-F238E27FC236}">
                <a16:creationId xmlns:a16="http://schemas.microsoft.com/office/drawing/2014/main" id="{E6245723-6201-F411-E353-CA88FC9F0C79}"/>
              </a:ext>
            </a:extLst>
          </p:cNvPr>
          <p:cNvPicPr>
            <a:picLocks noChangeAspect="1"/>
          </p:cNvPicPr>
          <p:nvPr/>
        </p:nvPicPr>
        <p:blipFill>
          <a:blip r:embed="rId3"/>
          <a:stretch>
            <a:fillRect/>
          </a:stretch>
        </p:blipFill>
        <p:spPr>
          <a:xfrm>
            <a:off x="4253023" y="2000864"/>
            <a:ext cx="7631107" cy="920996"/>
          </a:xfrm>
          <a:prstGeom prst="rect">
            <a:avLst/>
          </a:prstGeom>
        </p:spPr>
      </p:pic>
      <p:pic>
        <p:nvPicPr>
          <p:cNvPr id="15" name="Picture 14">
            <a:extLst>
              <a:ext uri="{FF2B5EF4-FFF2-40B4-BE49-F238E27FC236}">
                <a16:creationId xmlns:a16="http://schemas.microsoft.com/office/drawing/2014/main" id="{3C799081-0502-D60C-03BA-15933D95485C}"/>
              </a:ext>
            </a:extLst>
          </p:cNvPr>
          <p:cNvPicPr>
            <a:picLocks noChangeAspect="1"/>
          </p:cNvPicPr>
          <p:nvPr/>
        </p:nvPicPr>
        <p:blipFill>
          <a:blip r:embed="rId4"/>
          <a:stretch>
            <a:fillRect/>
          </a:stretch>
        </p:blipFill>
        <p:spPr>
          <a:xfrm>
            <a:off x="4275144" y="3269596"/>
            <a:ext cx="7631106" cy="969526"/>
          </a:xfrm>
          <a:prstGeom prst="rect">
            <a:avLst/>
          </a:prstGeom>
        </p:spPr>
      </p:pic>
      <p:pic>
        <p:nvPicPr>
          <p:cNvPr id="17" name="Picture 16">
            <a:extLst>
              <a:ext uri="{FF2B5EF4-FFF2-40B4-BE49-F238E27FC236}">
                <a16:creationId xmlns:a16="http://schemas.microsoft.com/office/drawing/2014/main" id="{E0E2E4E4-CD15-7556-F277-D882B59D85B0}"/>
              </a:ext>
            </a:extLst>
          </p:cNvPr>
          <p:cNvPicPr>
            <a:picLocks noChangeAspect="1"/>
          </p:cNvPicPr>
          <p:nvPr/>
        </p:nvPicPr>
        <p:blipFill>
          <a:blip r:embed="rId5"/>
          <a:stretch>
            <a:fillRect/>
          </a:stretch>
        </p:blipFill>
        <p:spPr>
          <a:xfrm>
            <a:off x="4253023" y="4467760"/>
            <a:ext cx="7675348" cy="1083936"/>
          </a:xfrm>
          <a:prstGeom prst="rect">
            <a:avLst/>
          </a:prstGeom>
        </p:spPr>
      </p:pic>
      <p:cxnSp>
        <p:nvCxnSpPr>
          <p:cNvPr id="19" name="Connector: Curved 18">
            <a:extLst>
              <a:ext uri="{FF2B5EF4-FFF2-40B4-BE49-F238E27FC236}">
                <a16:creationId xmlns:a16="http://schemas.microsoft.com/office/drawing/2014/main" id="{9C6A39E9-9CEC-CE6D-BCE0-C9711E984990}"/>
              </a:ext>
            </a:extLst>
          </p:cNvPr>
          <p:cNvCxnSpPr>
            <a:stCxn id="7" idx="3"/>
            <a:endCxn id="13" idx="1"/>
          </p:cNvCxnSpPr>
          <p:nvPr/>
        </p:nvCxnSpPr>
        <p:spPr>
          <a:xfrm flipV="1">
            <a:off x="3668553" y="2461362"/>
            <a:ext cx="584470" cy="1303630"/>
          </a:xfrm>
          <a:prstGeom prst="curvedConnector3">
            <a:avLst/>
          </a:prstGeom>
          <a:ln w="28575" cap="sq">
            <a:miter lim="800000"/>
            <a:tailEnd type="triangle"/>
          </a:ln>
        </p:spPr>
        <p:style>
          <a:lnRef idx="1">
            <a:schemeClr val="tx1"/>
          </a:lnRef>
          <a:fillRef idx="0">
            <a:schemeClr val="tx1"/>
          </a:fillRef>
          <a:effectRef idx="0">
            <a:srgbClr val="000000"/>
          </a:effectRef>
          <a:fontRef idx="minor">
            <a:schemeClr val="bg1"/>
          </a:fontRef>
        </p:style>
      </p:cxnSp>
      <p:cxnSp>
        <p:nvCxnSpPr>
          <p:cNvPr id="21" name="Connector: Curved 20">
            <a:extLst>
              <a:ext uri="{FF2B5EF4-FFF2-40B4-BE49-F238E27FC236}">
                <a16:creationId xmlns:a16="http://schemas.microsoft.com/office/drawing/2014/main" id="{BBB9CB1A-6269-D2F1-0D55-99EDD6620305}"/>
              </a:ext>
            </a:extLst>
          </p:cNvPr>
          <p:cNvCxnSpPr>
            <a:stCxn id="7" idx="3"/>
            <a:endCxn id="17" idx="1"/>
          </p:cNvCxnSpPr>
          <p:nvPr/>
        </p:nvCxnSpPr>
        <p:spPr>
          <a:xfrm>
            <a:off x="3668553" y="3764992"/>
            <a:ext cx="584470" cy="1244736"/>
          </a:xfrm>
          <a:prstGeom prst="curvedConnector3">
            <a:avLst/>
          </a:prstGeom>
          <a:ln w="28575" cap="sq">
            <a:miter lim="800000"/>
            <a:tailEnd type="triangle"/>
          </a:ln>
        </p:spPr>
        <p:style>
          <a:lnRef idx="1">
            <a:schemeClr val="tx1"/>
          </a:lnRef>
          <a:fillRef idx="0">
            <a:schemeClr val="tx1"/>
          </a:fillRef>
          <a:effectRef idx="0">
            <a:srgbClr val="000000"/>
          </a:effectRef>
          <a:fontRef idx="minor">
            <a:schemeClr val="bg1"/>
          </a:fontRef>
        </p:style>
      </p:cxnSp>
      <p:cxnSp>
        <p:nvCxnSpPr>
          <p:cNvPr id="23" name="Connector: Curved 22">
            <a:extLst>
              <a:ext uri="{FF2B5EF4-FFF2-40B4-BE49-F238E27FC236}">
                <a16:creationId xmlns:a16="http://schemas.microsoft.com/office/drawing/2014/main" id="{0AEEABAC-AB5A-6A56-BF9F-3C9956D2AA79}"/>
              </a:ext>
            </a:extLst>
          </p:cNvPr>
          <p:cNvCxnSpPr>
            <a:stCxn id="7" idx="3"/>
            <a:endCxn id="15" idx="1"/>
          </p:cNvCxnSpPr>
          <p:nvPr/>
        </p:nvCxnSpPr>
        <p:spPr>
          <a:xfrm flipV="1">
            <a:off x="3668553" y="3754359"/>
            <a:ext cx="606591" cy="10633"/>
          </a:xfrm>
          <a:prstGeom prst="curvedConnector3">
            <a:avLst>
              <a:gd name="adj1" fmla="val 50000"/>
            </a:avLst>
          </a:prstGeom>
          <a:ln w="28575" cap="sq">
            <a:miter lim="800000"/>
            <a:tailEnd type="triangle"/>
          </a:ln>
        </p:spPr>
        <p:style>
          <a:lnRef idx="1">
            <a:schemeClr val="tx1"/>
          </a:lnRef>
          <a:fillRef idx="0">
            <a:schemeClr val="tx1"/>
          </a:fillRef>
          <a:effectRef idx="0">
            <a:srgbClr val="000000"/>
          </a:effectRef>
          <a:fontRef idx="minor">
            <a:schemeClr val="bg1"/>
          </a:fontRef>
        </p:style>
      </p:cxnSp>
    </p:spTree>
    <p:extLst>
      <p:ext uri="{BB962C8B-B14F-4D97-AF65-F5344CB8AC3E}">
        <p14:creationId xmlns:p14="http://schemas.microsoft.com/office/powerpoint/2010/main" val="3499003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2F79A-829C-68AA-8D9C-1098C63BA69C}"/>
              </a:ext>
            </a:extLst>
          </p:cNvPr>
          <p:cNvSpPr>
            <a:spLocks noGrp="1"/>
          </p:cNvSpPr>
          <p:nvPr>
            <p:ph type="title"/>
          </p:nvPr>
        </p:nvSpPr>
        <p:spPr>
          <a:xfrm>
            <a:off x="335774" y="313970"/>
            <a:ext cx="11219688" cy="534871"/>
          </a:xfrm>
        </p:spPr>
        <p:txBody>
          <a:bodyPr/>
          <a:lstStyle/>
          <a:p>
            <a:r>
              <a:rPr lang="en-US" dirty="0"/>
              <a:t>Waveform Extraction: More Examples</a:t>
            </a:r>
          </a:p>
        </p:txBody>
      </p:sp>
      <p:sp>
        <p:nvSpPr>
          <p:cNvPr id="4" name="Text Placeholder 3">
            <a:extLst>
              <a:ext uri="{FF2B5EF4-FFF2-40B4-BE49-F238E27FC236}">
                <a16:creationId xmlns:a16="http://schemas.microsoft.com/office/drawing/2014/main" id="{C4141603-36CC-C81E-B4F9-4759CE4CEA46}"/>
              </a:ext>
            </a:extLst>
          </p:cNvPr>
          <p:cNvSpPr>
            <a:spLocks noGrp="1"/>
          </p:cNvSpPr>
          <p:nvPr>
            <p:ph type="body" sz="quarter" idx="10"/>
          </p:nvPr>
        </p:nvSpPr>
        <p:spPr>
          <a:xfrm>
            <a:off x="335774" y="757236"/>
            <a:ext cx="11219688" cy="347663"/>
          </a:xfrm>
        </p:spPr>
        <p:txBody>
          <a:bodyPr/>
          <a:lstStyle/>
          <a:p>
            <a:r>
              <a:rPr lang="en-US" b="1" dirty="0">
                <a:solidFill>
                  <a:schemeClr val="accent1"/>
                </a:solidFill>
              </a:rPr>
              <a:t>(Timings in same alignment captured together as a single entry)</a:t>
            </a:r>
          </a:p>
        </p:txBody>
      </p:sp>
      <p:pic>
        <p:nvPicPr>
          <p:cNvPr id="7" name="Picture 6">
            <a:extLst>
              <a:ext uri="{FF2B5EF4-FFF2-40B4-BE49-F238E27FC236}">
                <a16:creationId xmlns:a16="http://schemas.microsoft.com/office/drawing/2014/main" id="{739750BE-7937-573D-587F-8CDF9575C1F2}"/>
              </a:ext>
            </a:extLst>
          </p:cNvPr>
          <p:cNvPicPr>
            <a:picLocks noChangeAspect="1"/>
          </p:cNvPicPr>
          <p:nvPr/>
        </p:nvPicPr>
        <p:blipFill>
          <a:blip r:embed="rId2"/>
          <a:stretch>
            <a:fillRect/>
          </a:stretch>
        </p:blipFill>
        <p:spPr>
          <a:xfrm>
            <a:off x="510364" y="4470600"/>
            <a:ext cx="9374372" cy="1796251"/>
          </a:xfrm>
          <a:prstGeom prst="rect">
            <a:avLst/>
          </a:prstGeom>
        </p:spPr>
      </p:pic>
      <p:grpSp>
        <p:nvGrpSpPr>
          <p:cNvPr id="13" name="Group 12">
            <a:extLst>
              <a:ext uri="{FF2B5EF4-FFF2-40B4-BE49-F238E27FC236}">
                <a16:creationId xmlns:a16="http://schemas.microsoft.com/office/drawing/2014/main" id="{DA12FFF5-2EE8-7F3B-E66B-F95DF01A4FC4}"/>
              </a:ext>
            </a:extLst>
          </p:cNvPr>
          <p:cNvGrpSpPr/>
          <p:nvPr/>
        </p:nvGrpSpPr>
        <p:grpSpPr>
          <a:xfrm>
            <a:off x="639614" y="1292107"/>
            <a:ext cx="4697930" cy="2762773"/>
            <a:chOff x="3127634" y="1278731"/>
            <a:chExt cx="4697930" cy="2762773"/>
          </a:xfrm>
        </p:grpSpPr>
        <p:pic>
          <p:nvPicPr>
            <p:cNvPr id="9" name="Picture 8">
              <a:extLst>
                <a:ext uri="{FF2B5EF4-FFF2-40B4-BE49-F238E27FC236}">
                  <a16:creationId xmlns:a16="http://schemas.microsoft.com/office/drawing/2014/main" id="{FBA81753-0C8A-CA74-CEA0-0760B2AFE518}"/>
                </a:ext>
              </a:extLst>
            </p:cNvPr>
            <p:cNvPicPr>
              <a:picLocks noChangeAspect="1"/>
            </p:cNvPicPr>
            <p:nvPr/>
          </p:nvPicPr>
          <p:blipFill>
            <a:blip r:embed="rId3"/>
            <a:stretch>
              <a:fillRect/>
            </a:stretch>
          </p:blipFill>
          <p:spPr>
            <a:xfrm>
              <a:off x="3127634" y="1278731"/>
              <a:ext cx="4697930" cy="2762773"/>
            </a:xfrm>
            <a:prstGeom prst="rect">
              <a:avLst/>
            </a:prstGeom>
            <a:ln w="28575">
              <a:solidFill>
                <a:schemeClr val="tx1"/>
              </a:solidFill>
            </a:ln>
          </p:spPr>
        </p:pic>
        <p:sp>
          <p:nvSpPr>
            <p:cNvPr id="10" name="Rectangle 9">
              <a:extLst>
                <a:ext uri="{FF2B5EF4-FFF2-40B4-BE49-F238E27FC236}">
                  <a16:creationId xmlns:a16="http://schemas.microsoft.com/office/drawing/2014/main" id="{A27D03AA-F28F-92B9-F870-A9373C49A97D}"/>
                </a:ext>
              </a:extLst>
            </p:cNvPr>
            <p:cNvSpPr/>
            <p:nvPr/>
          </p:nvSpPr>
          <p:spPr>
            <a:xfrm>
              <a:off x="3785191" y="1965422"/>
              <a:ext cx="1552353" cy="162695"/>
            </a:xfrm>
            <a:prstGeom prst="rect">
              <a:avLst/>
            </a:prstGeom>
            <a:noFill/>
            <a:ln w="38100" cap="sq">
              <a:solidFill>
                <a:srgbClr val="00891C"/>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0A246C9E-1298-A7D2-AD73-D7F0B104298B}"/>
                </a:ext>
              </a:extLst>
            </p:cNvPr>
            <p:cNvSpPr/>
            <p:nvPr/>
          </p:nvSpPr>
          <p:spPr>
            <a:xfrm>
              <a:off x="5337544" y="2592577"/>
              <a:ext cx="1552353" cy="162695"/>
            </a:xfrm>
            <a:prstGeom prst="rect">
              <a:avLst/>
            </a:prstGeom>
            <a:noFill/>
            <a:ln w="38100" cap="sq">
              <a:solidFill>
                <a:srgbClr val="00891C"/>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grpSp>
      <p:sp>
        <p:nvSpPr>
          <p:cNvPr id="12" name="Arrow: Down 11">
            <a:extLst>
              <a:ext uri="{FF2B5EF4-FFF2-40B4-BE49-F238E27FC236}">
                <a16:creationId xmlns:a16="http://schemas.microsoft.com/office/drawing/2014/main" id="{DF83F58F-97FD-416D-E681-277A131B1769}"/>
              </a:ext>
            </a:extLst>
          </p:cNvPr>
          <p:cNvSpPr/>
          <p:nvPr/>
        </p:nvSpPr>
        <p:spPr>
          <a:xfrm>
            <a:off x="2483532" y="4082494"/>
            <a:ext cx="457200" cy="464460"/>
          </a:xfrm>
          <a:prstGeom prst="downArrow">
            <a:avLst/>
          </a:prstGeom>
          <a:solidFill>
            <a:srgbClr val="00891C"/>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4" name="Rectangle 13">
            <a:extLst>
              <a:ext uri="{FF2B5EF4-FFF2-40B4-BE49-F238E27FC236}">
                <a16:creationId xmlns:a16="http://schemas.microsoft.com/office/drawing/2014/main" id="{B9E6997E-1BAD-2101-59B1-E09AB88AB698}"/>
              </a:ext>
            </a:extLst>
          </p:cNvPr>
          <p:cNvSpPr/>
          <p:nvPr/>
        </p:nvSpPr>
        <p:spPr>
          <a:xfrm>
            <a:off x="8160600" y="1227347"/>
            <a:ext cx="3391786" cy="2509283"/>
          </a:xfrm>
          <a:prstGeom prst="rect">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marL="285750" indent="-285750">
              <a:lnSpc>
                <a:spcPct val="100000"/>
              </a:lnSpc>
              <a:buFont typeface="Arial" panose="020B0604020202020204" pitchFamily="34" charset="0"/>
              <a:buChar char="•"/>
            </a:pPr>
            <a:r>
              <a:rPr lang="en-US" dirty="0"/>
              <a:t>Similar results generated on all </a:t>
            </a:r>
            <a:r>
              <a:rPr lang="en-US" b="1" dirty="0">
                <a:solidFill>
                  <a:srgbClr val="FFC000"/>
                </a:solidFill>
              </a:rPr>
              <a:t>335 images from JEDEC</a:t>
            </a:r>
            <a:r>
              <a:rPr lang="en-US" dirty="0"/>
              <a:t>.</a:t>
            </a:r>
          </a:p>
          <a:p>
            <a:pPr marL="285750" indent="-285750">
              <a:lnSpc>
                <a:spcPct val="100000"/>
              </a:lnSpc>
              <a:buFont typeface="Arial" panose="020B0604020202020204" pitchFamily="34" charset="0"/>
              <a:buChar char="•"/>
            </a:pPr>
            <a:r>
              <a:rPr lang="en-US" sz="1800" dirty="0"/>
              <a:t>Additional information related to </a:t>
            </a:r>
            <a:r>
              <a:rPr lang="en-US" sz="1800" b="1" dirty="0">
                <a:solidFill>
                  <a:srgbClr val="FFC000"/>
                </a:solidFill>
              </a:rPr>
              <a:t>Bank</a:t>
            </a:r>
            <a:r>
              <a:rPr lang="en-US" b="1" dirty="0">
                <a:solidFill>
                  <a:srgbClr val="FFC000"/>
                </a:solidFill>
              </a:rPr>
              <a:t>/ BG Group/ DVFSQ/ CS ODT etc. </a:t>
            </a:r>
            <a:r>
              <a:rPr lang="en-US" dirty="0"/>
              <a:t>are also captured for each waveform.</a:t>
            </a:r>
          </a:p>
        </p:txBody>
      </p:sp>
    </p:spTree>
    <p:extLst>
      <p:ext uri="{BB962C8B-B14F-4D97-AF65-F5344CB8AC3E}">
        <p14:creationId xmlns:p14="http://schemas.microsoft.com/office/powerpoint/2010/main" val="3038883790"/>
      </p:ext>
    </p:extLst>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2.xml><?xml version="1.0" encoding="utf-8"?>
<ds:datastoreItem xmlns:ds="http://schemas.openxmlformats.org/officeDocument/2006/customXml" ds:itemID="{C210B64C-2D98-49DF-A0BE-639DCBC582D6}">
  <ds:schemaRefs>
    <ds:schemaRef ds:uri="http://schemas.microsoft.com/office/2006/metadata/properties"/>
    <ds:schemaRef ds:uri="http://schemas.microsoft.com/office/infopath/2007/PartnerControls"/>
    <ds:schemaRef ds:uri="e6403f24-f9da-4341-8cd6-c038a3aaf81a"/>
    <ds:schemaRef ds:uri="a4f3cccb-51db-4acf-89db-afd6e6172695"/>
    <ds:schemaRef ds:uri="f6b577cd-6e64-4f00-a024-38a5e216943f"/>
    <ds:schemaRef ds:uri="373dee95-3004-4e58-b400-fc9a330598fa"/>
  </ds:schemaRefs>
</ds:datastoreItem>
</file>

<file path=customXml/itemProps3.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7874100-6000-43b6-a204-2d77792600b9}" enabled="1" method="Privileged" siteId="{f38a5ecd-2813-4862-b11b-ac1d563c806f}" removed="0"/>
</clbl:labelList>
</file>

<file path=docProps/app.xml><?xml version="1.0" encoding="utf-8"?>
<Properties xmlns="http://schemas.openxmlformats.org/officeDocument/2006/extended-properties" xmlns:vt="http://schemas.openxmlformats.org/officeDocument/2006/docPropsVTypes">
  <Template>blank</Template>
  <TotalTime>251</TotalTime>
  <Words>1405</Words>
  <Application>Microsoft Office PowerPoint</Application>
  <PresentationFormat>Widescreen</PresentationFormat>
  <Paragraphs>252</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Verdana</vt:lpstr>
      <vt:lpstr>Micron</vt:lpstr>
      <vt:lpstr>State Transition Extraction Flowchart</vt:lpstr>
      <vt:lpstr>Extraction of state transition diagram</vt:lpstr>
      <vt:lpstr>Extraction of state transition diagram</vt:lpstr>
      <vt:lpstr>Limitations of Existing Solution</vt:lpstr>
      <vt:lpstr>Waveform Extraction Flowchart</vt:lpstr>
      <vt:lpstr>Waveform Extraction</vt:lpstr>
      <vt:lpstr>PowerPoint Presentation</vt:lpstr>
      <vt:lpstr>Waveform Extraction: More Examples</vt:lpstr>
      <vt:lpstr>State Transition Extraction Flowchart</vt:lpstr>
      <vt:lpstr>Extraction of state transition diagram</vt:lpstr>
      <vt:lpstr>Extraction of state transition diagram</vt:lpstr>
      <vt:lpstr>Waveform Extraction Flowchart</vt:lpstr>
      <vt:lpstr>Waveform Extraction</vt:lpstr>
      <vt:lpstr>PowerPoint Presentation</vt:lpstr>
      <vt:lpstr>Waveform Extraction</vt:lpstr>
      <vt:lpstr>Waveform Extraction</vt:lpstr>
      <vt:lpstr>Waveform Extraction</vt:lpstr>
      <vt:lpstr>Waveform Extraction</vt:lpstr>
      <vt:lpstr>Waveform Extraction: More Examples</vt:lpstr>
      <vt:lpstr>Waveform Extraction: More Examples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Prasun Agarwal</dc:creator>
  <cp:keywords/>
  <dc:description/>
  <cp:lastModifiedBy>Prasun Agarwal</cp:lastModifiedBy>
  <cp:revision>5</cp:revision>
  <dcterms:created xsi:type="dcterms:W3CDTF">2025-06-03T06:14:31Z</dcterms:created>
  <dcterms:modified xsi:type="dcterms:W3CDTF">2025-06-06T15:38:16Z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874100-6000-43b6-a204-2d77792600b9_Enabled">
    <vt:lpwstr>true</vt:lpwstr>
  </property>
  <property fmtid="{D5CDD505-2E9C-101B-9397-08002B2CF9AE}" pid="3" name="MSIP_Label_37874100-6000-43b6-a204-2d77792600b9_SetDate">
    <vt:lpwstr>2023-03-07T21:18:32Z</vt:lpwstr>
  </property>
  <property fmtid="{D5CDD505-2E9C-101B-9397-08002B2CF9AE}" pid="4" name="MSIP_Label_37874100-6000-43b6-a204-2d77792600b9_Method">
    <vt:lpwstr>Privileged</vt:lpwstr>
  </property>
  <property fmtid="{D5CDD505-2E9C-101B-9397-08002B2CF9AE}" pid="5" name="MSIP_Label_37874100-6000-43b6-a204-2d77792600b9_Name">
    <vt:lpwstr>Confidential</vt:lpwstr>
  </property>
  <property fmtid="{D5CDD505-2E9C-101B-9397-08002B2CF9AE}" pid="6" name="MSIP_Label_37874100-6000-43b6-a204-2d77792600b9_SiteId">
    <vt:lpwstr>f38a5ecd-2813-4862-b11b-ac1d563c806f</vt:lpwstr>
  </property>
  <property fmtid="{D5CDD505-2E9C-101B-9397-08002B2CF9AE}" pid="7" name="MSIP_Label_37874100-6000-43b6-a204-2d77792600b9_ActionId">
    <vt:lpwstr>c55e40c3-190f-46c8-9415-ba41091f940c</vt:lpwstr>
  </property>
  <property fmtid="{D5CDD505-2E9C-101B-9397-08002B2CF9AE}" pid="8" name="MSIP_Label_37874100-6000-43b6-a204-2d77792600b9_ContentBits">
    <vt:lpwstr>3</vt:lpwstr>
  </property>
  <property fmtid="{D5CDD505-2E9C-101B-9397-08002B2CF9AE}" pid="9" name="ClassificationContentMarkingHeaderLocations">
    <vt:lpwstr>Micron:7</vt:lpwstr>
  </property>
  <property fmtid="{D5CDD505-2E9C-101B-9397-08002B2CF9AE}" pid="10" name="ClassificationContentMarkingHeaderText">
    <vt:lpwstr>Micron Confidential</vt:lpwstr>
  </property>
  <property fmtid="{D5CDD505-2E9C-101B-9397-08002B2CF9AE}" pid="11" name="ContentTypeId">
    <vt:lpwstr>0x010100BE1454C6C4DF484BB7E354F0133B2527</vt:lpwstr>
  </property>
  <property fmtid="{D5CDD505-2E9C-101B-9397-08002B2CF9AE}" pid="12" name="MediaServiceImageTags">
    <vt:lpwstr/>
  </property>
  <property fmtid="{D5CDD505-2E9C-101B-9397-08002B2CF9AE}" pid="13" name="MSIP_Label_8e19d756-792e-42a1-bcad-4cb9051ddd2d_Enabled">
    <vt:lpwstr>true</vt:lpwstr>
  </property>
  <property fmtid="{D5CDD505-2E9C-101B-9397-08002B2CF9AE}" pid="14" name="MSIP_Label_8e19d756-792e-42a1-bcad-4cb9051ddd2d_SetDate">
    <vt:lpwstr>2025-01-07T15:51:17Z</vt:lpwstr>
  </property>
  <property fmtid="{D5CDD505-2E9C-101B-9397-08002B2CF9AE}" pid="15" name="MSIP_Label_8e19d756-792e-42a1-bcad-4cb9051ddd2d_Method">
    <vt:lpwstr>Standard</vt:lpwstr>
  </property>
  <property fmtid="{D5CDD505-2E9C-101B-9397-08002B2CF9AE}" pid="16" name="MSIP_Label_8e19d756-792e-42a1-bcad-4cb9051ddd2d_Name">
    <vt:lpwstr>Confidential</vt:lpwstr>
  </property>
  <property fmtid="{D5CDD505-2E9C-101B-9397-08002B2CF9AE}" pid="17" name="MSIP_Label_8e19d756-792e-42a1-bcad-4cb9051ddd2d_SiteId">
    <vt:lpwstr>41eb501a-f671-4ce0-a5bf-b64168c3705f</vt:lpwstr>
  </property>
  <property fmtid="{D5CDD505-2E9C-101B-9397-08002B2CF9AE}" pid="18" name="MSIP_Label_8e19d756-792e-42a1-bcad-4cb9051ddd2d_ActionId">
    <vt:lpwstr>f41914a7-38f9-4a23-8387-8a0d10a90b2a</vt:lpwstr>
  </property>
  <property fmtid="{D5CDD505-2E9C-101B-9397-08002B2CF9AE}" pid="19" name="MSIP_Label_8e19d756-792e-42a1-bcad-4cb9051ddd2d_ContentBits">
    <vt:lpwstr>2</vt:lpwstr>
  </property>
  <property fmtid="{D5CDD505-2E9C-101B-9397-08002B2CF9AE}" pid="20" name="ClassificationContentMarkingFooterLocations">
    <vt:lpwstr>Micron:8</vt:lpwstr>
  </property>
  <property fmtid="{D5CDD505-2E9C-101B-9397-08002B2CF9AE}" pid="21" name="ClassificationContentMarkingFooterText">
    <vt:lpwstr>Confidential - Not for Public Consumption or Distribution</vt:lpwstr>
  </property>
</Properties>
</file>